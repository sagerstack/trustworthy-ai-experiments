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03" r:id="rId4"/>
  </p:sldMasterIdLst>
  <p:notesMasterIdLst>
    <p:notesMasterId r:id="rId44"/>
  </p:notesMasterIdLst>
  <p:sldIdLst>
    <p:sldId id="257" r:id="rId5"/>
    <p:sldId id="343" r:id="rId6"/>
    <p:sldId id="352" r:id="rId7"/>
    <p:sldId id="353" r:id="rId8"/>
    <p:sldId id="365" r:id="rId9"/>
    <p:sldId id="382" r:id="rId10"/>
    <p:sldId id="380" r:id="rId11"/>
    <p:sldId id="381" r:id="rId12"/>
    <p:sldId id="384" r:id="rId13"/>
    <p:sldId id="383" r:id="rId14"/>
    <p:sldId id="366" r:id="rId15"/>
    <p:sldId id="361" r:id="rId16"/>
    <p:sldId id="367" r:id="rId17"/>
    <p:sldId id="368" r:id="rId18"/>
    <p:sldId id="356" r:id="rId19"/>
    <p:sldId id="369" r:id="rId20"/>
    <p:sldId id="370" r:id="rId21"/>
    <p:sldId id="373" r:id="rId22"/>
    <p:sldId id="363" r:id="rId23"/>
    <p:sldId id="374" r:id="rId24"/>
    <p:sldId id="375" r:id="rId25"/>
    <p:sldId id="376" r:id="rId26"/>
    <p:sldId id="385" r:id="rId27"/>
    <p:sldId id="386" r:id="rId28"/>
    <p:sldId id="389" r:id="rId29"/>
    <p:sldId id="388" r:id="rId30"/>
    <p:sldId id="390" r:id="rId31"/>
    <p:sldId id="391" r:id="rId32"/>
    <p:sldId id="392" r:id="rId33"/>
    <p:sldId id="394" r:id="rId34"/>
    <p:sldId id="393" r:id="rId35"/>
    <p:sldId id="358" r:id="rId36"/>
    <p:sldId id="362" r:id="rId37"/>
    <p:sldId id="401" r:id="rId38"/>
    <p:sldId id="357" r:id="rId39"/>
    <p:sldId id="396" r:id="rId40"/>
    <p:sldId id="395" r:id="rId41"/>
    <p:sldId id="398" r:id="rId42"/>
    <p:sldId id="344" r:id="rId43"/>
  </p:sldIdLst>
  <p:sldSz cx="9144000" cy="6858000" type="screen4x3"/>
  <p:notesSz cx="701675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0E4ACC5-34FC-404F-B284-C9B5DE489E48}">
          <p14:sldIdLst>
            <p14:sldId id="257"/>
            <p14:sldId id="343"/>
            <p14:sldId id="352"/>
            <p14:sldId id="353"/>
            <p14:sldId id="365"/>
            <p14:sldId id="382"/>
            <p14:sldId id="380"/>
            <p14:sldId id="381"/>
            <p14:sldId id="384"/>
            <p14:sldId id="383"/>
            <p14:sldId id="366"/>
            <p14:sldId id="361"/>
            <p14:sldId id="367"/>
            <p14:sldId id="368"/>
            <p14:sldId id="356"/>
            <p14:sldId id="369"/>
            <p14:sldId id="370"/>
            <p14:sldId id="373"/>
            <p14:sldId id="363"/>
            <p14:sldId id="374"/>
            <p14:sldId id="375"/>
            <p14:sldId id="376"/>
            <p14:sldId id="385"/>
            <p14:sldId id="386"/>
            <p14:sldId id="389"/>
            <p14:sldId id="388"/>
            <p14:sldId id="390"/>
            <p14:sldId id="391"/>
            <p14:sldId id="392"/>
            <p14:sldId id="394"/>
            <p14:sldId id="393"/>
            <p14:sldId id="358"/>
            <p14:sldId id="362"/>
            <p14:sldId id="401"/>
            <p14:sldId id="357"/>
            <p14:sldId id="396"/>
            <p14:sldId id="395"/>
            <p14:sldId id="398"/>
            <p14:sldId id="344"/>
          </p14:sldIdLst>
        </p14:section>
        <p14:section name="Graveyard" id="{0C755143-509F-41E8-B07C-E4AEF2017EA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F79947-6E21-416B-9D20-1FF75EC8582E}" v="2001" dt="2026-05-26T01:47:49.20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387" autoAdjust="0"/>
  </p:normalViewPr>
  <p:slideViewPr>
    <p:cSldViewPr snapToGrid="0">
      <p:cViewPr>
        <p:scale>
          <a:sx n="95" d="100"/>
          <a:sy n="95" d="100"/>
        </p:scale>
        <p:origin x="1108" y="14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tableStyles" Target="tableStyles.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viewProps" Target="viewProp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STR - Sagar Pratap Singh" userId="S::sagarpratap_singh@mymail.sutd.edu.sg::f49eb16f-f9a8-4679-82b9-be4a47f7ec2e" providerId="AD" clId="Web-{18DC1DBB-E38C-938C-D54D-39980FB9FC05}"/>
    <pc:docChg chg="modSld">
      <pc:chgData name="MSTR - Sagar Pratap Singh" userId="S::sagarpratap_singh@mymail.sutd.edu.sg::f49eb16f-f9a8-4679-82b9-be4a47f7ec2e" providerId="AD" clId="Web-{18DC1DBB-E38C-938C-D54D-39980FB9FC05}" dt="2026-05-24T09:30:35.540" v="15" actId="1076"/>
      <pc:docMkLst>
        <pc:docMk/>
      </pc:docMkLst>
    </pc:docChg>
  </pc:docChgLst>
  <pc:docChgLst>
    <pc:chgData name="MSTR - Foo Lai Wah" userId="fcbce9dc-87bd-41bd-a1ac-5f924ad76f6d" providerId="ADAL" clId="{E9930ACC-A25B-4FC9-8070-47F237B5526F}"/>
    <pc:docChg chg="undo custSel addSld delSld modSld modSection">
      <pc:chgData name="MSTR - Foo Lai Wah" userId="fcbce9dc-87bd-41bd-a1ac-5f924ad76f6d" providerId="ADAL" clId="{E9930ACC-A25B-4FC9-8070-47F237B5526F}" dt="2026-05-28T23:33:01.832" v="2001" actId="47"/>
      <pc:docMkLst>
        <pc:docMk/>
      </pc:docMkLst>
      <pc:sldChg chg="modSp mod">
        <pc:chgData name="MSTR - Foo Lai Wah" userId="fcbce9dc-87bd-41bd-a1ac-5f924ad76f6d" providerId="ADAL" clId="{E9930ACC-A25B-4FC9-8070-47F237B5526F}" dt="2026-05-26T00:24:56.243" v="25" actId="20577"/>
        <pc:sldMkLst>
          <pc:docMk/>
          <pc:sldMk cId="0" sldId="257"/>
        </pc:sldMkLst>
        <pc:spChg chg="mod">
          <ac:chgData name="MSTR - Foo Lai Wah" userId="fcbce9dc-87bd-41bd-a1ac-5f924ad76f6d" providerId="ADAL" clId="{E9930ACC-A25B-4FC9-8070-47F237B5526F}" dt="2026-05-26T00:24:56.243" v="25" actId="20577"/>
          <ac:spMkLst>
            <pc:docMk/>
            <pc:sldMk cId="0" sldId="257"/>
            <ac:spMk id="8" creationId="{68A46832-39DF-A3BF-C8A7-4EFF8F7B6D87}"/>
          </ac:spMkLst>
        </pc:spChg>
      </pc:sldChg>
      <pc:sldChg chg="modSp mod">
        <pc:chgData name="MSTR - Foo Lai Wah" userId="fcbce9dc-87bd-41bd-a1ac-5f924ad76f6d" providerId="ADAL" clId="{E9930ACC-A25B-4FC9-8070-47F237B5526F}" dt="2026-05-26T00:47:50.434" v="1497" actId="20577"/>
        <pc:sldMkLst>
          <pc:docMk/>
          <pc:sldMk cId="3004085455" sldId="357"/>
        </pc:sldMkLst>
        <pc:graphicFrameChg chg="modGraphic">
          <ac:chgData name="MSTR - Foo Lai Wah" userId="fcbce9dc-87bd-41bd-a1ac-5f924ad76f6d" providerId="ADAL" clId="{E9930ACC-A25B-4FC9-8070-47F237B5526F}" dt="2026-05-26T00:47:50.434" v="1497" actId="20577"/>
          <ac:graphicFrameMkLst>
            <pc:docMk/>
            <pc:sldMk cId="3004085455" sldId="357"/>
            <ac:graphicFrameMk id="5" creationId="{E979670D-6E5E-F996-CE72-006692B822AC}"/>
          </ac:graphicFrameMkLst>
        </pc:graphicFrameChg>
      </pc:sldChg>
      <pc:sldChg chg="modSp mod">
        <pc:chgData name="MSTR - Foo Lai Wah" userId="fcbce9dc-87bd-41bd-a1ac-5f924ad76f6d" providerId="ADAL" clId="{E9930ACC-A25B-4FC9-8070-47F237B5526F}" dt="2026-05-26T01:02:56.189" v="1755" actId="14100"/>
        <pc:sldMkLst>
          <pc:docMk/>
          <pc:sldMk cId="745698047" sldId="381"/>
        </pc:sldMkLst>
        <pc:graphicFrameChg chg="mod modGraphic">
          <ac:chgData name="MSTR - Foo Lai Wah" userId="fcbce9dc-87bd-41bd-a1ac-5f924ad76f6d" providerId="ADAL" clId="{E9930ACC-A25B-4FC9-8070-47F237B5526F}" dt="2026-05-26T01:01:36.771" v="1685" actId="20577"/>
          <ac:graphicFrameMkLst>
            <pc:docMk/>
            <pc:sldMk cId="745698047" sldId="381"/>
            <ac:graphicFrameMk id="8" creationId="{2219B4A0-4DA7-7A93-2D72-8735B284E6E4}"/>
          </ac:graphicFrameMkLst>
        </pc:graphicFrameChg>
      </pc:sldChg>
      <pc:sldChg chg="del">
        <pc:chgData name="MSTR - Foo Lai Wah" userId="fcbce9dc-87bd-41bd-a1ac-5f924ad76f6d" providerId="ADAL" clId="{E9930ACC-A25B-4FC9-8070-47F237B5526F}" dt="2026-05-28T23:33:01.832" v="2001" actId="47"/>
        <pc:sldMkLst>
          <pc:docMk/>
          <pc:sldMk cId="2662469770" sldId="397"/>
        </pc:sldMkLst>
      </pc:sldChg>
      <pc:sldChg chg="del">
        <pc:chgData name="MSTR - Foo Lai Wah" userId="fcbce9dc-87bd-41bd-a1ac-5f924ad76f6d" providerId="ADAL" clId="{E9930ACC-A25B-4FC9-8070-47F237B5526F}" dt="2026-05-28T23:33:01.832" v="2001" actId="47"/>
        <pc:sldMkLst>
          <pc:docMk/>
          <pc:sldMk cId="2266709203" sldId="399"/>
        </pc:sldMkLst>
      </pc:sldChg>
      <pc:sldChg chg="del">
        <pc:chgData name="MSTR - Foo Lai Wah" userId="fcbce9dc-87bd-41bd-a1ac-5f924ad76f6d" providerId="ADAL" clId="{E9930ACC-A25B-4FC9-8070-47F237B5526F}" dt="2026-05-28T23:33:01.832" v="2001" actId="47"/>
        <pc:sldMkLst>
          <pc:docMk/>
          <pc:sldMk cId="1175310779" sldId="400"/>
        </pc:sldMkLst>
      </pc:sldChg>
      <pc:sldChg chg="modSp add mod">
        <pc:chgData name="MSTR - Foo Lai Wah" userId="fcbce9dc-87bd-41bd-a1ac-5f924ad76f6d" providerId="ADAL" clId="{E9930ACC-A25B-4FC9-8070-47F237B5526F}" dt="2026-05-26T01:47:49.207" v="2000" actId="6549"/>
        <pc:sldMkLst>
          <pc:docMk/>
          <pc:sldMk cId="3405806072" sldId="401"/>
        </pc:sldMkLst>
        <pc:graphicFrameChg chg="mod modGraphic">
          <ac:chgData name="MSTR - Foo Lai Wah" userId="fcbce9dc-87bd-41bd-a1ac-5f924ad76f6d" providerId="ADAL" clId="{E9930ACC-A25B-4FC9-8070-47F237B5526F}" dt="2026-05-26T01:47:49.207" v="2000" actId="6549"/>
          <ac:graphicFrameMkLst>
            <pc:docMk/>
            <pc:sldMk cId="3405806072" sldId="401"/>
            <ac:graphicFrameMk id="5" creationId="{40A1D929-15C2-1EE2-F4E3-D45F29F36B4B}"/>
          </ac:graphicFrameMkLst>
        </pc:graphicFrameChg>
      </pc:sldChg>
    </pc:docChg>
  </pc:docChgLst>
  <pc:docChgLst>
    <pc:chgData name="MSTR - Sai-Chin-Kai" userId="b97de4dc-8873-4f21-99e7-498f7f9efec4" providerId="ADAL" clId="{EE94F5DE-7E9F-4FA0-B5BF-FC563AA94842}"/>
    <pc:docChg chg="undo custSel addSld delSld modSld sldOrd">
      <pc:chgData name="MSTR - Sai-Chin-Kai" userId="b97de4dc-8873-4f21-99e7-498f7f9efec4" providerId="ADAL" clId="{EE94F5DE-7E9F-4FA0-B5BF-FC563AA94842}" dt="2026-05-25T13:50:35.998" v="127"/>
      <pc:docMkLst>
        <pc:docMk/>
      </pc:docMkLst>
      <pc:sldChg chg="modSp mod">
        <pc:chgData name="MSTR - Sai-Chin-Kai" userId="b97de4dc-8873-4f21-99e7-498f7f9efec4" providerId="ADAL" clId="{EE94F5DE-7E9F-4FA0-B5BF-FC563AA94842}" dt="2026-05-25T12:27:05.769" v="16" actId="1076"/>
        <pc:sldMkLst>
          <pc:docMk/>
          <pc:sldMk cId="943434316" sldId="374"/>
        </pc:sldMkLst>
        <pc:spChg chg="mod">
          <ac:chgData name="MSTR - Sai-Chin-Kai" userId="b97de4dc-8873-4f21-99e7-498f7f9efec4" providerId="ADAL" clId="{EE94F5DE-7E9F-4FA0-B5BF-FC563AA94842}" dt="2026-05-25T12:27:05.769" v="16" actId="1076"/>
          <ac:spMkLst>
            <pc:docMk/>
            <pc:sldMk cId="943434316" sldId="374"/>
            <ac:spMk id="10" creationId="{DA5E1A3C-4DC6-A7CD-5B48-AA26F46E8263}"/>
          </ac:spMkLst>
        </pc:spChg>
      </pc:sldChg>
      <pc:sldChg chg="modSp mod">
        <pc:chgData name="MSTR - Sai-Chin-Kai" userId="b97de4dc-8873-4f21-99e7-498f7f9efec4" providerId="ADAL" clId="{EE94F5DE-7E9F-4FA0-B5BF-FC563AA94842}" dt="2026-05-25T12:37:51.443" v="48" actId="1076"/>
        <pc:sldMkLst>
          <pc:docMk/>
          <pc:sldMk cId="2572802587" sldId="375"/>
        </pc:sldMkLst>
        <pc:spChg chg="mod">
          <ac:chgData name="MSTR - Sai-Chin-Kai" userId="b97de4dc-8873-4f21-99e7-498f7f9efec4" providerId="ADAL" clId="{EE94F5DE-7E9F-4FA0-B5BF-FC563AA94842}" dt="2026-05-25T12:37:51.443" v="48" actId="1076"/>
          <ac:spMkLst>
            <pc:docMk/>
            <pc:sldMk cId="2572802587" sldId="375"/>
            <ac:spMk id="9" creationId="{1C186049-9605-C5C7-DD05-8934982F323C}"/>
          </ac:spMkLst>
        </pc:spChg>
        <pc:picChg chg="mod">
          <ac:chgData name="MSTR - Sai-Chin-Kai" userId="b97de4dc-8873-4f21-99e7-498f7f9efec4" providerId="ADAL" clId="{EE94F5DE-7E9F-4FA0-B5BF-FC563AA94842}" dt="2026-05-25T12:37:49.261" v="47" actId="1076"/>
          <ac:picMkLst>
            <pc:docMk/>
            <pc:sldMk cId="2572802587" sldId="375"/>
            <ac:picMk id="8" creationId="{6F8EA399-4AEB-3E69-4B87-CC75355065F3}"/>
          </ac:picMkLst>
        </pc:picChg>
      </pc:sldChg>
      <pc:sldChg chg="addSp modSp mod">
        <pc:chgData name="MSTR - Sai-Chin-Kai" userId="b97de4dc-8873-4f21-99e7-498f7f9efec4" providerId="ADAL" clId="{EE94F5DE-7E9F-4FA0-B5BF-FC563AA94842}" dt="2026-05-25T12:35:24.620" v="38" actId="1076"/>
        <pc:sldMkLst>
          <pc:docMk/>
          <pc:sldMk cId="3845848027" sldId="376"/>
        </pc:sldMkLst>
        <pc:spChg chg="mod">
          <ac:chgData name="MSTR - Sai-Chin-Kai" userId="b97de4dc-8873-4f21-99e7-498f7f9efec4" providerId="ADAL" clId="{EE94F5DE-7E9F-4FA0-B5BF-FC563AA94842}" dt="2026-05-25T12:34:04.027" v="28" actId="1076"/>
          <ac:spMkLst>
            <pc:docMk/>
            <pc:sldMk cId="3845848027" sldId="376"/>
            <ac:spMk id="9" creationId="{5F90A7AD-2107-D545-A566-0A934466517E}"/>
          </ac:spMkLst>
        </pc:spChg>
        <pc:picChg chg="mod">
          <ac:chgData name="MSTR - Sai-Chin-Kai" userId="b97de4dc-8873-4f21-99e7-498f7f9efec4" providerId="ADAL" clId="{EE94F5DE-7E9F-4FA0-B5BF-FC563AA94842}" dt="2026-05-25T12:35:22.539" v="37" actId="1076"/>
          <ac:picMkLst>
            <pc:docMk/>
            <pc:sldMk cId="3845848027" sldId="376"/>
            <ac:picMk id="7" creationId="{0310C7EF-FB8E-E5CC-FFDC-201303FC6783}"/>
          </ac:picMkLst>
        </pc:picChg>
        <pc:picChg chg="mod">
          <ac:chgData name="MSTR - Sai-Chin-Kai" userId="b97de4dc-8873-4f21-99e7-498f7f9efec4" providerId="ADAL" clId="{EE94F5DE-7E9F-4FA0-B5BF-FC563AA94842}" dt="2026-05-25T12:35:24.620" v="38" actId="1076"/>
          <ac:picMkLst>
            <pc:docMk/>
            <pc:sldMk cId="3845848027" sldId="376"/>
            <ac:picMk id="8" creationId="{D9707110-524D-E020-DDEA-22E9D54C05ED}"/>
          </ac:picMkLst>
        </pc:picChg>
      </pc:sldChg>
      <pc:sldChg chg="modSp mod">
        <pc:chgData name="MSTR - Sai-Chin-Kai" userId="b97de4dc-8873-4f21-99e7-498f7f9efec4" providerId="ADAL" clId="{EE94F5DE-7E9F-4FA0-B5BF-FC563AA94842}" dt="2026-05-25T13:11:46.007" v="121" actId="20577"/>
        <pc:sldMkLst>
          <pc:docMk/>
          <pc:sldMk cId="2210319415" sldId="395"/>
        </pc:sldMkLst>
        <pc:graphicFrameChg chg="mod modGraphic">
          <ac:chgData name="MSTR - Sai-Chin-Kai" userId="b97de4dc-8873-4f21-99e7-498f7f9efec4" providerId="ADAL" clId="{EE94F5DE-7E9F-4FA0-B5BF-FC563AA94842}" dt="2026-05-25T13:11:46.007" v="121" actId="20577"/>
          <ac:graphicFrameMkLst>
            <pc:docMk/>
            <pc:sldMk cId="2210319415" sldId="395"/>
            <ac:graphicFrameMk id="5" creationId="{36C429F0-F4F0-C0F3-29E4-491B8C5C9D6F}"/>
          </ac:graphicFrameMkLst>
        </pc:graphicFrameChg>
      </pc:sldChg>
    </pc:docChg>
  </pc:docChgLst>
  <pc:docChgLst>
    <pc:chgData name="MSTR - Lee Kai Boo" userId="S::kaiboo_lee@mymail.sutd.edu.sg::e914e057-4c10-42b4-a59a-ee3dd7ce72b2" providerId="AD" clId="Web-{5059E579-C5A2-FDC2-7023-7AFEED7E4E87}"/>
    <pc:docChg chg="modSld">
      <pc:chgData name="MSTR - Lee Kai Boo" userId="S::kaiboo_lee@mymail.sutd.edu.sg::e914e057-4c10-42b4-a59a-ee3dd7ce72b2" providerId="AD" clId="Web-{5059E579-C5A2-FDC2-7023-7AFEED7E4E87}" dt="2026-05-24T15:14:34.767" v="1"/>
      <pc:docMkLst>
        <pc:docMk/>
      </pc:docMkLst>
      <pc:sldChg chg="modSp">
        <pc:chgData name="MSTR - Lee Kai Boo" userId="S::kaiboo_lee@mymail.sutd.edu.sg::e914e057-4c10-42b4-a59a-ee3dd7ce72b2" providerId="AD" clId="Web-{5059E579-C5A2-FDC2-7023-7AFEED7E4E87}" dt="2026-05-24T15:14:34.767" v="1"/>
        <pc:sldMkLst>
          <pc:docMk/>
          <pc:sldMk cId="3004085455" sldId="357"/>
        </pc:sldMkLst>
        <pc:graphicFrameChg chg="mod modGraphic">
          <ac:chgData name="MSTR - Lee Kai Boo" userId="S::kaiboo_lee@mymail.sutd.edu.sg::e914e057-4c10-42b4-a59a-ee3dd7ce72b2" providerId="AD" clId="Web-{5059E579-C5A2-FDC2-7023-7AFEED7E4E87}" dt="2026-05-24T15:14:34.767" v="1"/>
          <ac:graphicFrameMkLst>
            <pc:docMk/>
            <pc:sldMk cId="3004085455" sldId="357"/>
            <ac:graphicFrameMk id="5" creationId="{E979670D-6E5E-F996-CE72-006692B822AC}"/>
          </ac:graphicFrameMkLst>
        </pc:graphicFrameChg>
      </pc:sldChg>
    </pc:docChg>
  </pc:docChgLst>
  <pc:docChgLst>
    <pc:chgData name="MSTR - Tan Ai Kun" userId="S::aikun_tan@mymail.sutd.edu.sg::efb57637-7385-40e9-8427-c7c7962c2739" providerId="AD" clId="Web-{CA2E1D48-77E5-6E3F-A00E-77DF1B360A4E}"/>
    <pc:docChg chg="modSld">
      <pc:chgData name="MSTR - Tan Ai Kun" userId="S::aikun_tan@mymail.sutd.edu.sg::efb57637-7385-40e9-8427-c7c7962c2739" providerId="AD" clId="Web-{CA2E1D48-77E5-6E3F-A00E-77DF1B360A4E}" dt="2026-05-25T08:10:27.730" v="1" actId="20577"/>
      <pc:docMkLst>
        <pc:docMk/>
      </pc:docMkLst>
      <pc:sldChg chg="modSp">
        <pc:chgData name="MSTR - Tan Ai Kun" userId="S::aikun_tan@mymail.sutd.edu.sg::efb57637-7385-40e9-8427-c7c7962c2739" providerId="AD" clId="Web-{CA2E1D48-77E5-6E3F-A00E-77DF1B360A4E}" dt="2026-05-25T08:10:27.730" v="1" actId="20577"/>
        <pc:sldMkLst>
          <pc:docMk/>
          <pc:sldMk cId="1119154230" sldId="361"/>
        </pc:sldMkLst>
        <pc:spChg chg="mod">
          <ac:chgData name="MSTR - Tan Ai Kun" userId="S::aikun_tan@mymail.sutd.edu.sg::efb57637-7385-40e9-8427-c7c7962c2739" providerId="AD" clId="Web-{CA2E1D48-77E5-6E3F-A00E-77DF1B360A4E}" dt="2026-05-25T08:10:27.730" v="1" actId="20577"/>
          <ac:spMkLst>
            <pc:docMk/>
            <pc:sldMk cId="1119154230" sldId="361"/>
            <ac:spMk id="14" creationId="{BCF09676-BC54-57BB-1411-316D4F2F4869}"/>
          </ac:spMkLst>
        </pc:spChg>
      </pc:sldChg>
    </pc:docChg>
  </pc:docChgLst>
  <pc:docChgLst>
    <pc:chgData name="MSTR - Sagar Pratap Singh" userId="f49eb16f-f9a8-4679-82b9-be4a47f7ec2e" providerId="ADAL" clId="{E99B9C36-4270-5AE5-A8BB-DA201517A05B}"/>
    <pc:docChg chg="undo custSel addSld delSld modSld sldOrd">
      <pc:chgData name="MSTR - Sagar Pratap Singh" userId="f49eb16f-f9a8-4679-82b9-be4a47f7ec2e" providerId="ADAL" clId="{E99B9C36-4270-5AE5-A8BB-DA201517A05B}" dt="2026-05-24T15:16:21.311" v="12116" actId="6549"/>
      <pc:docMkLst>
        <pc:docMk/>
      </pc:docMkLst>
      <pc:sldChg chg="modSp mod">
        <pc:chgData name="MSTR - Sagar Pratap Singh" userId="f49eb16f-f9a8-4679-82b9-be4a47f7ec2e" providerId="ADAL" clId="{E99B9C36-4270-5AE5-A8BB-DA201517A05B}" dt="2026-05-24T15:16:21.311" v="12116" actId="6549"/>
        <pc:sldMkLst>
          <pc:docMk/>
          <pc:sldMk cId="3004085455" sldId="357"/>
        </pc:sldMkLst>
        <pc:spChg chg="mod">
          <ac:chgData name="MSTR - Sagar Pratap Singh" userId="f49eb16f-f9a8-4679-82b9-be4a47f7ec2e" providerId="ADAL" clId="{E99B9C36-4270-5AE5-A8BB-DA201517A05B}" dt="2026-05-24T14:36:39.034" v="10133" actId="1076"/>
          <ac:spMkLst>
            <pc:docMk/>
            <pc:sldMk cId="3004085455" sldId="357"/>
            <ac:spMk id="2" creationId="{9F0C1C54-61D6-3188-8C24-4CCE00205474}"/>
          </ac:spMkLst>
        </pc:spChg>
        <pc:graphicFrameChg chg="mod modGraphic">
          <ac:chgData name="MSTR - Sagar Pratap Singh" userId="f49eb16f-f9a8-4679-82b9-be4a47f7ec2e" providerId="ADAL" clId="{E99B9C36-4270-5AE5-A8BB-DA201517A05B}" dt="2026-05-24T15:16:21.311" v="12116" actId="6549"/>
          <ac:graphicFrameMkLst>
            <pc:docMk/>
            <pc:sldMk cId="3004085455" sldId="357"/>
            <ac:graphicFrameMk id="5" creationId="{E979670D-6E5E-F996-CE72-006692B822AC}"/>
          </ac:graphicFrameMkLst>
        </pc:graphicFrameChg>
      </pc:sldChg>
      <pc:sldChg chg="modSp mod">
        <pc:chgData name="MSTR - Sagar Pratap Singh" userId="f49eb16f-f9a8-4679-82b9-be4a47f7ec2e" providerId="ADAL" clId="{E99B9C36-4270-5AE5-A8BB-DA201517A05B}" dt="2026-05-24T14:18:27.598" v="8717" actId="255"/>
        <pc:sldMkLst>
          <pc:docMk/>
          <pc:sldMk cId="1371923147" sldId="362"/>
        </pc:sldMkLst>
        <pc:graphicFrameChg chg="modGraphic">
          <ac:chgData name="MSTR - Sagar Pratap Singh" userId="f49eb16f-f9a8-4679-82b9-be4a47f7ec2e" providerId="ADAL" clId="{E99B9C36-4270-5AE5-A8BB-DA201517A05B}" dt="2026-05-24T14:18:27.598" v="8717" actId="255"/>
          <ac:graphicFrameMkLst>
            <pc:docMk/>
            <pc:sldMk cId="1371923147" sldId="362"/>
            <ac:graphicFrameMk id="6" creationId="{F28AF252-0884-6DA3-431E-3325F08D373A}"/>
          </ac:graphicFrameMkLst>
        </pc:graphicFrameChg>
      </pc:sldChg>
      <pc:sldChg chg="ord">
        <pc:chgData name="MSTR - Sagar Pratap Singh" userId="f49eb16f-f9a8-4679-82b9-be4a47f7ec2e" providerId="ADAL" clId="{E99B9C36-4270-5AE5-A8BB-DA201517A05B}" dt="2026-05-24T13:55:43.756" v="8111" actId="20578"/>
        <pc:sldMkLst>
          <pc:docMk/>
          <pc:sldMk cId="2141513931" sldId="363"/>
        </pc:sldMkLst>
      </pc:sldChg>
      <pc:sldChg chg="modSp mod ord">
        <pc:chgData name="MSTR - Sagar Pratap Singh" userId="f49eb16f-f9a8-4679-82b9-be4a47f7ec2e" providerId="ADAL" clId="{E99B9C36-4270-5AE5-A8BB-DA201517A05B}" dt="2026-05-24T11:12:52.794" v="1998" actId="20578"/>
        <pc:sldMkLst>
          <pc:docMk/>
          <pc:sldMk cId="982143698" sldId="365"/>
        </pc:sldMkLst>
        <pc:spChg chg="mod">
          <ac:chgData name="MSTR - Sagar Pratap Singh" userId="f49eb16f-f9a8-4679-82b9-be4a47f7ec2e" providerId="ADAL" clId="{E99B9C36-4270-5AE5-A8BB-DA201517A05B}" dt="2026-05-24T11:11:03.418" v="1926" actId="20577"/>
          <ac:spMkLst>
            <pc:docMk/>
            <pc:sldMk cId="982143698" sldId="365"/>
            <ac:spMk id="2" creationId="{4224D9FD-1333-AD07-40FA-0D7A26ADDB4D}"/>
          </ac:spMkLst>
        </pc:spChg>
      </pc:sldChg>
      <pc:sldChg chg="modSp mod">
        <pc:chgData name="MSTR - Sagar Pratap Singh" userId="f49eb16f-f9a8-4679-82b9-be4a47f7ec2e" providerId="ADAL" clId="{E99B9C36-4270-5AE5-A8BB-DA201517A05B}" dt="2026-05-24T11:15:50.780" v="2039" actId="20577"/>
        <pc:sldMkLst>
          <pc:docMk/>
          <pc:sldMk cId="870265341" sldId="366"/>
        </pc:sldMkLst>
        <pc:spChg chg="mod">
          <ac:chgData name="MSTR - Sagar Pratap Singh" userId="f49eb16f-f9a8-4679-82b9-be4a47f7ec2e" providerId="ADAL" clId="{E99B9C36-4270-5AE5-A8BB-DA201517A05B}" dt="2026-05-24T11:15:50.780" v="2039" actId="20577"/>
          <ac:spMkLst>
            <pc:docMk/>
            <pc:sldMk cId="870265341" sldId="366"/>
            <ac:spMk id="2" creationId="{8946D770-BDFF-0923-57D2-BAE1F0D508EF}"/>
          </ac:spMkLst>
        </pc:spChg>
      </pc:sldChg>
      <pc:sldChg chg="addSp modSp mod">
        <pc:chgData name="MSTR - Sagar Pratap Singh" userId="f49eb16f-f9a8-4679-82b9-be4a47f7ec2e" providerId="ADAL" clId="{E99B9C36-4270-5AE5-A8BB-DA201517A05B}" dt="2026-05-24T11:50:15.463" v="3165" actId="20577"/>
        <pc:sldMkLst>
          <pc:docMk/>
          <pc:sldMk cId="1519557825" sldId="367"/>
        </pc:sldMkLst>
        <pc:spChg chg="mod">
          <ac:chgData name="MSTR - Sagar Pratap Singh" userId="f49eb16f-f9a8-4679-82b9-be4a47f7ec2e" providerId="ADAL" clId="{E99B9C36-4270-5AE5-A8BB-DA201517A05B}" dt="2026-05-24T11:48:35.219" v="3123" actId="20577"/>
          <ac:spMkLst>
            <pc:docMk/>
            <pc:sldMk cId="1519557825" sldId="367"/>
            <ac:spMk id="2" creationId="{DC7E9330-AB4E-2D18-233B-56FD1687C0B1}"/>
          </ac:spMkLst>
        </pc:spChg>
      </pc:sldChg>
      <pc:sldChg chg="ord">
        <pc:chgData name="MSTR - Sagar Pratap Singh" userId="f49eb16f-f9a8-4679-82b9-be4a47f7ec2e" providerId="ADAL" clId="{E99B9C36-4270-5AE5-A8BB-DA201517A05B}" dt="2026-05-24T13:55:43.756" v="8111" actId="20578"/>
        <pc:sldMkLst>
          <pc:docMk/>
          <pc:sldMk cId="943434316" sldId="374"/>
        </pc:sldMkLst>
      </pc:sldChg>
      <pc:sldChg chg="ord">
        <pc:chgData name="MSTR - Sagar Pratap Singh" userId="f49eb16f-f9a8-4679-82b9-be4a47f7ec2e" providerId="ADAL" clId="{E99B9C36-4270-5AE5-A8BB-DA201517A05B}" dt="2026-05-24T13:55:43.756" v="8111" actId="20578"/>
        <pc:sldMkLst>
          <pc:docMk/>
          <pc:sldMk cId="2572802587" sldId="375"/>
        </pc:sldMkLst>
      </pc:sldChg>
      <pc:sldChg chg="ord">
        <pc:chgData name="MSTR - Sagar Pratap Singh" userId="f49eb16f-f9a8-4679-82b9-be4a47f7ec2e" providerId="ADAL" clId="{E99B9C36-4270-5AE5-A8BB-DA201517A05B}" dt="2026-05-24T13:55:43.756" v="8111" actId="20578"/>
        <pc:sldMkLst>
          <pc:docMk/>
          <pc:sldMk cId="3845848027" sldId="376"/>
        </pc:sldMkLst>
      </pc:sldChg>
      <pc:sldChg chg="addSp delSp modSp add mod">
        <pc:chgData name="MSTR - Sagar Pratap Singh" userId="f49eb16f-f9a8-4679-82b9-be4a47f7ec2e" providerId="ADAL" clId="{E99B9C36-4270-5AE5-A8BB-DA201517A05B}" dt="2026-05-24T11:15:35.512" v="2014"/>
        <pc:sldMkLst>
          <pc:docMk/>
          <pc:sldMk cId="1856922295" sldId="380"/>
        </pc:sldMkLst>
        <pc:spChg chg="mod">
          <ac:chgData name="MSTR - Sagar Pratap Singh" userId="f49eb16f-f9a8-4679-82b9-be4a47f7ec2e" providerId="ADAL" clId="{E99B9C36-4270-5AE5-A8BB-DA201517A05B}" dt="2026-05-24T11:12:38.165" v="1996" actId="1037"/>
          <ac:spMkLst>
            <pc:docMk/>
            <pc:sldMk cId="1856922295" sldId="380"/>
            <ac:spMk id="2" creationId="{FE974098-CDD6-A5E0-0F17-7541F845B7AB}"/>
          </ac:spMkLst>
        </pc:spChg>
        <pc:graphicFrameChg chg="add mod ord modGraphic">
          <ac:chgData name="MSTR - Sagar Pratap Singh" userId="f49eb16f-f9a8-4679-82b9-be4a47f7ec2e" providerId="ADAL" clId="{E99B9C36-4270-5AE5-A8BB-DA201517A05B}" dt="2026-05-24T11:15:35.512" v="2014"/>
          <ac:graphicFrameMkLst>
            <pc:docMk/>
            <pc:sldMk cId="1856922295" sldId="380"/>
            <ac:graphicFrameMk id="8" creationId="{548F287D-96AA-D1EF-755D-E916FCAE89E0}"/>
          </ac:graphicFrameMkLst>
        </pc:graphicFrameChg>
      </pc:sldChg>
      <pc:sldChg chg="addSp delSp modSp add mod modNotesTx">
        <pc:chgData name="MSTR - Sagar Pratap Singh" userId="f49eb16f-f9a8-4679-82b9-be4a47f7ec2e" providerId="ADAL" clId="{E99B9C36-4270-5AE5-A8BB-DA201517A05B}" dt="2026-05-24T11:41:43.992" v="2908" actId="20577"/>
        <pc:sldMkLst>
          <pc:docMk/>
          <pc:sldMk cId="745698047" sldId="381"/>
        </pc:sldMkLst>
        <pc:spChg chg="mod">
          <ac:chgData name="MSTR - Sagar Pratap Singh" userId="f49eb16f-f9a8-4679-82b9-be4a47f7ec2e" providerId="ADAL" clId="{E99B9C36-4270-5AE5-A8BB-DA201517A05B}" dt="2026-05-24T11:13:06.782" v="2001" actId="113"/>
          <ac:spMkLst>
            <pc:docMk/>
            <pc:sldMk cId="745698047" sldId="381"/>
            <ac:spMk id="2" creationId="{398AD4F8-A584-50D8-8487-09E4D51670E5}"/>
          </ac:spMkLst>
        </pc:spChg>
        <pc:graphicFrameChg chg="mod modGraphic">
          <ac:chgData name="MSTR - Sagar Pratap Singh" userId="f49eb16f-f9a8-4679-82b9-be4a47f7ec2e" providerId="ADAL" clId="{E99B9C36-4270-5AE5-A8BB-DA201517A05B}" dt="2026-05-24T11:19:22.904" v="2075" actId="114"/>
          <ac:graphicFrameMkLst>
            <pc:docMk/>
            <pc:sldMk cId="745698047" sldId="381"/>
            <ac:graphicFrameMk id="8" creationId="{2219B4A0-4DA7-7A93-2D72-8735B284E6E4}"/>
          </ac:graphicFrameMkLst>
        </pc:graphicFrameChg>
      </pc:sldChg>
      <pc:sldChg chg="addSp delSp modSp new mod ord modClrScheme chgLayout">
        <pc:chgData name="MSTR - Sagar Pratap Singh" userId="f49eb16f-f9a8-4679-82b9-be4a47f7ec2e" providerId="ADAL" clId="{E99B9C36-4270-5AE5-A8BB-DA201517A05B}" dt="2026-05-24T11:12:55.610" v="1999" actId="20578"/>
        <pc:sldMkLst>
          <pc:docMk/>
          <pc:sldMk cId="4257622000" sldId="382"/>
        </pc:sldMkLst>
        <pc:spChg chg="add mod">
          <ac:chgData name="MSTR - Sagar Pratap Singh" userId="f49eb16f-f9a8-4679-82b9-be4a47f7ec2e" providerId="ADAL" clId="{E99B9C36-4270-5AE5-A8BB-DA201517A05B}" dt="2026-05-24T11:11:16.452" v="1934" actId="20577"/>
          <ac:spMkLst>
            <pc:docMk/>
            <pc:sldMk cId="4257622000" sldId="382"/>
            <ac:spMk id="8" creationId="{8876F1C8-EF53-461C-FEFC-7535D9A95DFD}"/>
          </ac:spMkLst>
        </pc:spChg>
        <pc:spChg chg="add mod">
          <ac:chgData name="MSTR - Sagar Pratap Singh" userId="f49eb16f-f9a8-4679-82b9-be4a47f7ec2e" providerId="ADAL" clId="{E99B9C36-4270-5AE5-A8BB-DA201517A05B}" dt="2026-05-24T11:11:57.786" v="1956" actId="20577"/>
          <ac:spMkLst>
            <pc:docMk/>
            <pc:sldMk cId="4257622000" sldId="382"/>
            <ac:spMk id="9" creationId="{922105C2-1BD1-75E0-7716-A9D2F5262C5D}"/>
          </ac:spMkLst>
        </pc:spChg>
        <pc:picChg chg="add mod">
          <ac:chgData name="MSTR - Sagar Pratap Singh" userId="f49eb16f-f9a8-4679-82b9-be4a47f7ec2e" providerId="ADAL" clId="{E99B9C36-4270-5AE5-A8BB-DA201517A05B}" dt="2026-05-24T11:12:03.201" v="1978" actId="1036"/>
          <ac:picMkLst>
            <pc:docMk/>
            <pc:sldMk cId="4257622000" sldId="382"/>
            <ac:picMk id="7" creationId="{7459C16A-2F31-B006-D66B-EBD64C39F8D5}"/>
          </ac:picMkLst>
        </pc:picChg>
      </pc:sldChg>
      <pc:sldChg chg="addSp delSp modSp new mod modClrScheme chgLayout">
        <pc:chgData name="MSTR - Sagar Pratap Singh" userId="f49eb16f-f9a8-4679-82b9-be4a47f7ec2e" providerId="ADAL" clId="{E99B9C36-4270-5AE5-A8BB-DA201517A05B}" dt="2026-05-24T11:21:00.169" v="2226" actId="478"/>
        <pc:sldMkLst>
          <pc:docMk/>
          <pc:sldMk cId="3705772652" sldId="383"/>
        </pc:sldMkLst>
        <pc:spChg chg="add mod ord">
          <ac:chgData name="MSTR - Sagar Pratap Singh" userId="f49eb16f-f9a8-4679-82b9-be4a47f7ec2e" providerId="ADAL" clId="{E99B9C36-4270-5AE5-A8BB-DA201517A05B}" dt="2026-05-24T11:20:25.074" v="2101" actId="20577"/>
          <ac:spMkLst>
            <pc:docMk/>
            <pc:sldMk cId="3705772652" sldId="383"/>
            <ac:spMk id="8" creationId="{C86CD352-C64B-5782-D986-A3C922D9C396}"/>
          </ac:spMkLst>
        </pc:spChg>
        <pc:spChg chg="add mod ord">
          <ac:chgData name="MSTR - Sagar Pratap Singh" userId="f49eb16f-f9a8-4679-82b9-be4a47f7ec2e" providerId="ADAL" clId="{E99B9C36-4270-5AE5-A8BB-DA201517A05B}" dt="2026-05-24T11:20:55.866" v="2225" actId="20577"/>
          <ac:spMkLst>
            <pc:docMk/>
            <pc:sldMk cId="3705772652" sldId="383"/>
            <ac:spMk id="9" creationId="{E4DE88C0-6493-B81B-7899-A6FD5A6A1042}"/>
          </ac:spMkLst>
        </pc:spChg>
      </pc:sldChg>
      <pc:sldChg chg="addSp delSp modSp add mod modNotesTx">
        <pc:chgData name="MSTR - Sagar Pratap Singh" userId="f49eb16f-f9a8-4679-82b9-be4a47f7ec2e" providerId="ADAL" clId="{E99B9C36-4270-5AE5-A8BB-DA201517A05B}" dt="2026-05-24T11:41:15.312" v="2905" actId="20577"/>
        <pc:sldMkLst>
          <pc:docMk/>
          <pc:sldMk cId="2667374624" sldId="384"/>
        </pc:sldMkLst>
        <pc:spChg chg="mod">
          <ac:chgData name="MSTR - Sagar Pratap Singh" userId="f49eb16f-f9a8-4679-82b9-be4a47f7ec2e" providerId="ADAL" clId="{E99B9C36-4270-5AE5-A8BB-DA201517A05B}" dt="2026-05-24T11:21:11.246" v="2251" actId="20577"/>
          <ac:spMkLst>
            <pc:docMk/>
            <pc:sldMk cId="2667374624" sldId="384"/>
            <ac:spMk id="2" creationId="{63EE8F01-C488-888B-9940-1F02002ABEA3}"/>
          </ac:spMkLst>
        </pc:spChg>
        <pc:spChg chg="add mod">
          <ac:chgData name="MSTR - Sagar Pratap Singh" userId="f49eb16f-f9a8-4679-82b9-be4a47f7ec2e" providerId="ADAL" clId="{E99B9C36-4270-5AE5-A8BB-DA201517A05B}" dt="2026-05-24T11:37:46.389" v="2795" actId="1035"/>
          <ac:spMkLst>
            <pc:docMk/>
            <pc:sldMk cId="2667374624" sldId="384"/>
            <ac:spMk id="3" creationId="{B64D6D25-36F5-65B0-6042-B5B1979D7E85}"/>
          </ac:spMkLst>
        </pc:spChg>
        <pc:spChg chg="add mod">
          <ac:chgData name="MSTR - Sagar Pratap Singh" userId="f49eb16f-f9a8-4679-82b9-be4a47f7ec2e" providerId="ADAL" clId="{E99B9C36-4270-5AE5-A8BB-DA201517A05B}" dt="2026-05-24T11:40:48.490" v="2903" actId="1036"/>
          <ac:spMkLst>
            <pc:docMk/>
            <pc:sldMk cId="2667374624" sldId="384"/>
            <ac:spMk id="7" creationId="{05A14FE7-BC03-1D5F-3D75-8AFA21F75058}"/>
          </ac:spMkLst>
        </pc:spChg>
        <pc:graphicFrameChg chg="add mod modGraphic">
          <ac:chgData name="MSTR - Sagar Pratap Singh" userId="f49eb16f-f9a8-4679-82b9-be4a47f7ec2e" providerId="ADAL" clId="{E99B9C36-4270-5AE5-A8BB-DA201517A05B}" dt="2026-05-24T11:37:55.908" v="2796" actId="1076"/>
          <ac:graphicFrameMkLst>
            <pc:docMk/>
            <pc:sldMk cId="2667374624" sldId="384"/>
            <ac:graphicFrameMk id="6" creationId="{0CD92FE2-FAD6-40B6-41B3-CCC4834AD946}"/>
          </ac:graphicFrameMkLst>
        </pc:graphicFrameChg>
        <pc:graphicFrameChg chg="add mod modGraphic">
          <ac:chgData name="MSTR - Sagar Pratap Singh" userId="f49eb16f-f9a8-4679-82b9-be4a47f7ec2e" providerId="ADAL" clId="{E99B9C36-4270-5AE5-A8BB-DA201517A05B}" dt="2026-05-24T11:40:28.523" v="2892" actId="114"/>
          <ac:graphicFrameMkLst>
            <pc:docMk/>
            <pc:sldMk cId="2667374624" sldId="384"/>
            <ac:graphicFrameMk id="12" creationId="{68E38587-B4FA-8A5F-AFD5-D637B2930C5A}"/>
          </ac:graphicFrameMkLst>
        </pc:graphicFrameChg>
      </pc:sldChg>
      <pc:sldChg chg="modSp add mod">
        <pc:chgData name="MSTR - Sagar Pratap Singh" userId="f49eb16f-f9a8-4679-82b9-be4a47f7ec2e" providerId="ADAL" clId="{E99B9C36-4270-5AE5-A8BB-DA201517A05B}" dt="2026-05-24T11:45:55.892" v="3028" actId="20577"/>
        <pc:sldMkLst>
          <pc:docMk/>
          <pc:sldMk cId="3693023435" sldId="385"/>
        </pc:sldMkLst>
        <pc:spChg chg="mod">
          <ac:chgData name="MSTR - Sagar Pratap Singh" userId="f49eb16f-f9a8-4679-82b9-be4a47f7ec2e" providerId="ADAL" clId="{E99B9C36-4270-5AE5-A8BB-DA201517A05B}" dt="2026-05-24T11:45:55.892" v="3028" actId="20577"/>
          <ac:spMkLst>
            <pc:docMk/>
            <pc:sldMk cId="3693023435" sldId="385"/>
            <ac:spMk id="8" creationId="{1DE24FC5-3CC2-55EA-5BD4-627032C91A58}"/>
          </ac:spMkLst>
        </pc:spChg>
      </pc:sldChg>
      <pc:sldChg chg="addSp delSp modSp new mod modNotesTx">
        <pc:chgData name="MSTR - Sagar Pratap Singh" userId="f49eb16f-f9a8-4679-82b9-be4a47f7ec2e" providerId="ADAL" clId="{E99B9C36-4270-5AE5-A8BB-DA201517A05B}" dt="2026-05-24T12:35:20.594" v="4278" actId="20577"/>
        <pc:sldMkLst>
          <pc:docMk/>
          <pc:sldMk cId="1519466548" sldId="386"/>
        </pc:sldMkLst>
        <pc:spChg chg="mod">
          <ac:chgData name="MSTR - Sagar Pratap Singh" userId="f49eb16f-f9a8-4679-82b9-be4a47f7ec2e" providerId="ADAL" clId="{E99B9C36-4270-5AE5-A8BB-DA201517A05B}" dt="2026-05-24T12:25:15.587" v="3539" actId="1076"/>
          <ac:spMkLst>
            <pc:docMk/>
            <pc:sldMk cId="1519466548" sldId="386"/>
            <ac:spMk id="2" creationId="{FE1EA39C-02C0-C71B-1A0E-33D757087550}"/>
          </ac:spMkLst>
        </pc:spChg>
        <pc:picChg chg="add mod">
          <ac:chgData name="MSTR - Sagar Pratap Singh" userId="f49eb16f-f9a8-4679-82b9-be4a47f7ec2e" providerId="ADAL" clId="{E99B9C36-4270-5AE5-A8BB-DA201517A05B}" dt="2026-05-24T12:25:32.574" v="3556" actId="1035"/>
          <ac:picMkLst>
            <pc:docMk/>
            <pc:sldMk cId="1519466548" sldId="386"/>
            <ac:picMk id="6" creationId="{5B39B1A3-FED5-E54C-CD16-A792D75AB92E}"/>
          </ac:picMkLst>
        </pc:picChg>
        <pc:picChg chg="add mod">
          <ac:chgData name="MSTR - Sagar Pratap Singh" userId="f49eb16f-f9a8-4679-82b9-be4a47f7ec2e" providerId="ADAL" clId="{E99B9C36-4270-5AE5-A8BB-DA201517A05B}" dt="2026-05-24T12:25:32.574" v="3556" actId="1035"/>
          <ac:picMkLst>
            <pc:docMk/>
            <pc:sldMk cId="1519466548" sldId="386"/>
            <ac:picMk id="7" creationId="{83924F65-AD0F-8DFD-90F3-A0B2942D2B5E}"/>
          </ac:picMkLst>
        </pc:picChg>
        <pc:picChg chg="add mod">
          <ac:chgData name="MSTR - Sagar Pratap Singh" userId="f49eb16f-f9a8-4679-82b9-be4a47f7ec2e" providerId="ADAL" clId="{E99B9C36-4270-5AE5-A8BB-DA201517A05B}" dt="2026-05-24T12:25:35.270" v="3562" actId="1035"/>
          <ac:picMkLst>
            <pc:docMk/>
            <pc:sldMk cId="1519466548" sldId="386"/>
            <ac:picMk id="8" creationId="{2C9909F6-257F-9DE6-1537-72D7120F4F3C}"/>
          </ac:picMkLst>
        </pc:picChg>
      </pc:sldChg>
      <pc:sldChg chg="addSp modSp add mod modNotesTx">
        <pc:chgData name="MSTR - Sagar Pratap Singh" userId="f49eb16f-f9a8-4679-82b9-be4a47f7ec2e" providerId="ADAL" clId="{E99B9C36-4270-5AE5-A8BB-DA201517A05B}" dt="2026-05-24T12:50:31.540" v="4965" actId="20577"/>
        <pc:sldMkLst>
          <pc:docMk/>
          <pc:sldMk cId="3994533515" sldId="388"/>
        </pc:sldMkLst>
        <pc:spChg chg="add mod">
          <ac:chgData name="MSTR - Sagar Pratap Singh" userId="f49eb16f-f9a8-4679-82b9-be4a47f7ec2e" providerId="ADAL" clId="{E99B9C36-4270-5AE5-A8BB-DA201517A05B}" dt="2026-05-24T12:43:12.290" v="4611" actId="115"/>
          <ac:spMkLst>
            <pc:docMk/>
            <pc:sldMk cId="3994533515" sldId="388"/>
            <ac:spMk id="3" creationId="{B5584E38-A41A-AD83-2B1E-B76CD87F21BA}"/>
          </ac:spMkLst>
        </pc:spChg>
        <pc:spChg chg="add mod">
          <ac:chgData name="MSTR - Sagar Pratap Singh" userId="f49eb16f-f9a8-4679-82b9-be4a47f7ec2e" providerId="ADAL" clId="{E99B9C36-4270-5AE5-A8BB-DA201517A05B}" dt="2026-05-24T12:45:12.509" v="4621" actId="14100"/>
          <ac:spMkLst>
            <pc:docMk/>
            <pc:sldMk cId="3994533515" sldId="388"/>
            <ac:spMk id="4" creationId="{478AFCB3-8332-0719-444E-7E8664FDC035}"/>
          </ac:spMkLst>
        </pc:spChg>
        <pc:spChg chg="mod">
          <ac:chgData name="MSTR - Sagar Pratap Singh" userId="f49eb16f-f9a8-4679-82b9-be4a47f7ec2e" providerId="ADAL" clId="{E99B9C36-4270-5AE5-A8BB-DA201517A05B}" dt="2026-05-24T11:52:27.013" v="3293" actId="14100"/>
          <ac:spMkLst>
            <pc:docMk/>
            <pc:sldMk cId="3994533515" sldId="388"/>
            <ac:spMk id="5" creationId="{E9ABF68D-85DD-D1D3-0528-38174BE57A50}"/>
          </ac:spMkLst>
        </pc:spChg>
        <pc:picChg chg="add mod">
          <ac:chgData name="MSTR - Sagar Pratap Singh" userId="f49eb16f-f9a8-4679-82b9-be4a47f7ec2e" providerId="ADAL" clId="{E99B9C36-4270-5AE5-A8BB-DA201517A05B}" dt="2026-05-24T11:52:31.228" v="3294" actId="1076"/>
          <ac:picMkLst>
            <pc:docMk/>
            <pc:sldMk cId="3994533515" sldId="388"/>
            <ac:picMk id="2" creationId="{2C77D45D-ED37-263B-6D6C-229AE34CDBE6}"/>
          </ac:picMkLst>
        </pc:picChg>
      </pc:sldChg>
      <pc:sldChg chg="addSp delSp modSp add mod">
        <pc:chgData name="MSTR - Sagar Pratap Singh" userId="f49eb16f-f9a8-4679-82b9-be4a47f7ec2e" providerId="ADAL" clId="{E99B9C36-4270-5AE5-A8BB-DA201517A05B}" dt="2026-05-24T12:42:58.564" v="4610" actId="113"/>
        <pc:sldMkLst>
          <pc:docMk/>
          <pc:sldMk cId="2998056251" sldId="389"/>
        </pc:sldMkLst>
        <pc:spChg chg="mod">
          <ac:chgData name="MSTR - Sagar Pratap Singh" userId="f49eb16f-f9a8-4679-82b9-be4a47f7ec2e" providerId="ADAL" clId="{E99B9C36-4270-5AE5-A8BB-DA201517A05B}" dt="2026-05-24T12:26:44.628" v="3585" actId="20577"/>
          <ac:spMkLst>
            <pc:docMk/>
            <pc:sldMk cId="2998056251" sldId="389"/>
            <ac:spMk id="2" creationId="{4EDF555D-C3B1-4BE7-3587-08934BB83C1E}"/>
          </ac:spMkLst>
        </pc:spChg>
        <pc:spChg chg="add mod">
          <ac:chgData name="MSTR - Sagar Pratap Singh" userId="f49eb16f-f9a8-4679-82b9-be4a47f7ec2e" providerId="ADAL" clId="{E99B9C36-4270-5AE5-A8BB-DA201517A05B}" dt="2026-05-24T12:42:58.564" v="4610" actId="113"/>
          <ac:spMkLst>
            <pc:docMk/>
            <pc:sldMk cId="2998056251" sldId="389"/>
            <ac:spMk id="4" creationId="{67571F90-6AB5-5871-7CF8-46D47411DD0B}"/>
          </ac:spMkLst>
        </pc:spChg>
      </pc:sldChg>
      <pc:sldChg chg="addSp delSp modSp new mod modNotesTx">
        <pc:chgData name="MSTR - Sagar Pratap Singh" userId="f49eb16f-f9a8-4679-82b9-be4a47f7ec2e" providerId="ADAL" clId="{E99B9C36-4270-5AE5-A8BB-DA201517A05B}" dt="2026-05-24T13:05:24.813" v="5863" actId="20577"/>
        <pc:sldMkLst>
          <pc:docMk/>
          <pc:sldMk cId="68524833" sldId="390"/>
        </pc:sldMkLst>
        <pc:spChg chg="mod">
          <ac:chgData name="MSTR - Sagar Pratap Singh" userId="f49eb16f-f9a8-4679-82b9-be4a47f7ec2e" providerId="ADAL" clId="{E99B9C36-4270-5AE5-A8BB-DA201517A05B}" dt="2026-05-24T12:54:18.461" v="5108" actId="14100"/>
          <ac:spMkLst>
            <pc:docMk/>
            <pc:sldMk cId="68524833" sldId="390"/>
            <ac:spMk id="2" creationId="{DC22D19C-0EB1-B030-5550-AAF9FE9483A6}"/>
          </ac:spMkLst>
        </pc:spChg>
        <pc:picChg chg="add mod">
          <ac:chgData name="MSTR - Sagar Pratap Singh" userId="f49eb16f-f9a8-4679-82b9-be4a47f7ec2e" providerId="ADAL" clId="{E99B9C36-4270-5AE5-A8BB-DA201517A05B}" dt="2026-05-24T12:54:13.660" v="5107" actId="1076"/>
          <ac:picMkLst>
            <pc:docMk/>
            <pc:sldMk cId="68524833" sldId="390"/>
            <ac:picMk id="4" creationId="{0C0DBF2F-F087-EA63-7263-F1A15D51C4D0}"/>
          </ac:picMkLst>
        </pc:picChg>
      </pc:sldChg>
      <pc:sldChg chg="addSp delSp modSp new mod modNotesTx">
        <pc:chgData name="MSTR - Sagar Pratap Singh" userId="f49eb16f-f9a8-4679-82b9-be4a47f7ec2e" providerId="ADAL" clId="{E99B9C36-4270-5AE5-A8BB-DA201517A05B}" dt="2026-05-24T13:37:56.584" v="7545" actId="20577"/>
        <pc:sldMkLst>
          <pc:docMk/>
          <pc:sldMk cId="2808718691" sldId="391"/>
        </pc:sldMkLst>
        <pc:spChg chg="mod">
          <ac:chgData name="MSTR - Sagar Pratap Singh" userId="f49eb16f-f9a8-4679-82b9-be4a47f7ec2e" providerId="ADAL" clId="{E99B9C36-4270-5AE5-A8BB-DA201517A05B}" dt="2026-05-24T13:01:08.730" v="5154" actId="1076"/>
          <ac:spMkLst>
            <pc:docMk/>
            <pc:sldMk cId="2808718691" sldId="391"/>
            <ac:spMk id="2" creationId="{409B57E1-DFA1-15A3-5673-D16D61D0667A}"/>
          </ac:spMkLst>
        </pc:spChg>
        <pc:picChg chg="add mod">
          <ac:chgData name="MSTR - Sagar Pratap Singh" userId="f49eb16f-f9a8-4679-82b9-be4a47f7ec2e" providerId="ADAL" clId="{E99B9C36-4270-5AE5-A8BB-DA201517A05B}" dt="2026-05-24T13:01:31.044" v="5158" actId="1076"/>
          <ac:picMkLst>
            <pc:docMk/>
            <pc:sldMk cId="2808718691" sldId="391"/>
            <ac:picMk id="4" creationId="{DBB00D83-AC6D-34F2-A956-E3EEAD846CE7}"/>
          </ac:picMkLst>
        </pc:picChg>
      </pc:sldChg>
      <pc:sldChg chg="addSp delSp modSp add mod modNotesTx">
        <pc:chgData name="MSTR - Sagar Pratap Singh" userId="f49eb16f-f9a8-4679-82b9-be4a47f7ec2e" providerId="ADAL" clId="{E99B9C36-4270-5AE5-A8BB-DA201517A05B}" dt="2026-05-24T13:49:04.208" v="8108" actId="20577"/>
        <pc:sldMkLst>
          <pc:docMk/>
          <pc:sldMk cId="2165374000" sldId="392"/>
        </pc:sldMkLst>
        <pc:spChg chg="mod">
          <ac:chgData name="MSTR - Sagar Pratap Singh" userId="f49eb16f-f9a8-4679-82b9-be4a47f7ec2e" providerId="ADAL" clId="{E99B9C36-4270-5AE5-A8BB-DA201517A05B}" dt="2026-05-24T13:43:21.915" v="7689" actId="20577"/>
          <ac:spMkLst>
            <pc:docMk/>
            <pc:sldMk cId="2165374000" sldId="392"/>
            <ac:spMk id="2" creationId="{88D5206F-5376-773F-9776-3A82CAC3FFFE}"/>
          </ac:spMkLst>
        </pc:spChg>
        <pc:spChg chg="add mod">
          <ac:chgData name="MSTR - Sagar Pratap Singh" userId="f49eb16f-f9a8-4679-82b9-be4a47f7ec2e" providerId="ADAL" clId="{E99B9C36-4270-5AE5-A8BB-DA201517A05B}" dt="2026-05-24T13:47:38.433" v="8080" actId="12"/>
          <ac:spMkLst>
            <pc:docMk/>
            <pc:sldMk cId="2165374000" sldId="392"/>
            <ac:spMk id="7" creationId="{704C89C4-9ACE-29D1-FEAA-351D0F2CB2AD}"/>
          </ac:spMkLst>
        </pc:spChg>
        <pc:picChg chg="add mod">
          <ac:chgData name="MSTR - Sagar Pratap Singh" userId="f49eb16f-f9a8-4679-82b9-be4a47f7ec2e" providerId="ADAL" clId="{E99B9C36-4270-5AE5-A8BB-DA201517A05B}" dt="2026-05-24T13:44:34.728" v="7705" actId="1076"/>
          <ac:picMkLst>
            <pc:docMk/>
            <pc:sldMk cId="2165374000" sldId="392"/>
            <ac:picMk id="5" creationId="{6399F659-72EE-27EB-E614-A33D1BE61069}"/>
          </ac:picMkLst>
        </pc:picChg>
        <pc:picChg chg="add mod">
          <ac:chgData name="MSTR - Sagar Pratap Singh" userId="f49eb16f-f9a8-4679-82b9-be4a47f7ec2e" providerId="ADAL" clId="{E99B9C36-4270-5AE5-A8BB-DA201517A05B}" dt="2026-05-24T13:44:34.728" v="7705" actId="1076"/>
          <ac:picMkLst>
            <pc:docMk/>
            <pc:sldMk cId="2165374000" sldId="392"/>
            <ac:picMk id="6" creationId="{32D5A919-6031-0F4E-E2CB-0EF530952192}"/>
          </ac:picMkLst>
        </pc:picChg>
      </pc:sldChg>
      <pc:sldChg chg="addSp delSp modSp add mod">
        <pc:chgData name="MSTR - Sagar Pratap Singh" userId="f49eb16f-f9a8-4679-82b9-be4a47f7ec2e" providerId="ADAL" clId="{E99B9C36-4270-5AE5-A8BB-DA201517A05B}" dt="2026-05-24T13:56:28.972" v="8135" actId="478"/>
        <pc:sldMkLst>
          <pc:docMk/>
          <pc:sldMk cId="3420303038" sldId="393"/>
        </pc:sldMkLst>
        <pc:spChg chg="mod">
          <ac:chgData name="MSTR - Sagar Pratap Singh" userId="f49eb16f-f9a8-4679-82b9-be4a47f7ec2e" providerId="ADAL" clId="{E99B9C36-4270-5AE5-A8BB-DA201517A05B}" dt="2026-05-24T13:56:09.737" v="8134" actId="20577"/>
          <ac:spMkLst>
            <pc:docMk/>
            <pc:sldMk cId="3420303038" sldId="393"/>
            <ac:spMk id="8" creationId="{3D838EAE-61D5-469C-431A-993EF56D4AA9}"/>
          </ac:spMkLst>
        </pc:spChg>
      </pc:sldChg>
      <pc:sldChg chg="addSp delSp modSp new mod modNotesTx">
        <pc:chgData name="MSTR - Sagar Pratap Singh" userId="f49eb16f-f9a8-4679-82b9-be4a47f7ec2e" providerId="ADAL" clId="{E99B9C36-4270-5AE5-A8BB-DA201517A05B}" dt="2026-05-24T14:16:37.407" v="8664" actId="404"/>
        <pc:sldMkLst>
          <pc:docMk/>
          <pc:sldMk cId="1540246082" sldId="394"/>
        </pc:sldMkLst>
        <pc:spChg chg="mod">
          <ac:chgData name="MSTR - Sagar Pratap Singh" userId="f49eb16f-f9a8-4679-82b9-be4a47f7ec2e" providerId="ADAL" clId="{E99B9C36-4270-5AE5-A8BB-DA201517A05B}" dt="2026-05-24T14:02:53.076" v="8161" actId="1076"/>
          <ac:spMkLst>
            <pc:docMk/>
            <pc:sldMk cId="1540246082" sldId="394"/>
            <ac:spMk id="2" creationId="{7CC4E0B3-96FC-72AE-FD66-412195A1980A}"/>
          </ac:spMkLst>
        </pc:spChg>
        <pc:spChg chg="add mod">
          <ac:chgData name="MSTR - Sagar Pratap Singh" userId="f49eb16f-f9a8-4679-82b9-be4a47f7ec2e" providerId="ADAL" clId="{E99B9C36-4270-5AE5-A8BB-DA201517A05B}" dt="2026-05-24T14:16:37.407" v="8664" actId="404"/>
          <ac:spMkLst>
            <pc:docMk/>
            <pc:sldMk cId="1540246082" sldId="394"/>
            <ac:spMk id="5" creationId="{658DA903-4C9F-43BA-2AC7-67BC831E1ECB}"/>
          </ac:spMkLst>
        </pc:spChg>
        <pc:picChg chg="add mod">
          <ac:chgData name="MSTR - Sagar Pratap Singh" userId="f49eb16f-f9a8-4679-82b9-be4a47f7ec2e" providerId="ADAL" clId="{E99B9C36-4270-5AE5-A8BB-DA201517A05B}" dt="2026-05-24T14:10:06.711" v="8164" actId="14100"/>
          <ac:picMkLst>
            <pc:docMk/>
            <pc:sldMk cId="1540246082" sldId="394"/>
            <ac:picMk id="4" creationId="{58F0A360-B71D-C9F9-D648-92D0DBBC1255}"/>
          </ac:picMkLst>
        </pc:picChg>
      </pc:sldChg>
      <pc:sldChg chg="modSp add mod">
        <pc:chgData name="MSTR - Sagar Pratap Singh" userId="f49eb16f-f9a8-4679-82b9-be4a47f7ec2e" providerId="ADAL" clId="{E99B9C36-4270-5AE5-A8BB-DA201517A05B}" dt="2026-05-24T14:37:10.684" v="10135" actId="2165"/>
        <pc:sldMkLst>
          <pc:docMk/>
          <pc:sldMk cId="2210319415" sldId="395"/>
        </pc:sldMkLst>
        <pc:graphicFrameChg chg="modGraphic">
          <ac:chgData name="MSTR - Sagar Pratap Singh" userId="f49eb16f-f9a8-4679-82b9-be4a47f7ec2e" providerId="ADAL" clId="{E99B9C36-4270-5AE5-A8BB-DA201517A05B}" dt="2026-05-24T14:37:10.684" v="10135" actId="2165"/>
          <ac:graphicFrameMkLst>
            <pc:docMk/>
            <pc:sldMk cId="2210319415" sldId="395"/>
            <ac:graphicFrameMk id="5" creationId="{36C429F0-F4F0-C0F3-29E4-491B8C5C9D6F}"/>
          </ac:graphicFrameMkLst>
        </pc:graphicFrameChg>
      </pc:sldChg>
      <pc:sldChg chg="modSp add mod">
        <pc:chgData name="MSTR - Sagar Pratap Singh" userId="f49eb16f-f9a8-4679-82b9-be4a47f7ec2e" providerId="ADAL" clId="{E99B9C36-4270-5AE5-A8BB-DA201517A05B}" dt="2026-05-24T15:16:07.353" v="12115" actId="1076"/>
        <pc:sldMkLst>
          <pc:docMk/>
          <pc:sldMk cId="597828829" sldId="396"/>
        </pc:sldMkLst>
        <pc:graphicFrameChg chg="mod modGraphic">
          <ac:chgData name="MSTR - Sagar Pratap Singh" userId="f49eb16f-f9a8-4679-82b9-be4a47f7ec2e" providerId="ADAL" clId="{E99B9C36-4270-5AE5-A8BB-DA201517A05B}" dt="2026-05-24T15:16:07.353" v="12115" actId="1076"/>
          <ac:graphicFrameMkLst>
            <pc:docMk/>
            <pc:sldMk cId="597828829" sldId="396"/>
            <ac:graphicFrameMk id="5" creationId="{6CD6E29B-20F5-1530-95FA-A6828E3C9F3F}"/>
          </ac:graphicFrameMkLst>
        </pc:graphicFrameChg>
      </pc:sldChg>
    </pc:docChg>
  </pc:docChgLst>
  <pc:docChgLst>
    <pc:chgData name="MSTR - Tan Ai Kun" userId="S::aikun_tan@mymail.sutd.edu.sg::efb57637-7385-40e9-8427-c7c7962c2739" providerId="AD" clId="Web-{8851C74A-95B7-D4A3-3DE4-581172F48388}"/>
    <pc:docChg chg="addSld delSld modSld addSection modSection">
      <pc:chgData name="MSTR - Tan Ai Kun" userId="S::aikun_tan@mymail.sutd.edu.sg::efb57637-7385-40e9-8427-c7c7962c2739" providerId="AD" clId="Web-{8851C74A-95B7-D4A3-3DE4-581172F48388}" dt="2026-05-26T02:07:47.432" v="27"/>
      <pc:docMkLst>
        <pc:docMk/>
      </pc:docMkLst>
      <pc:sldChg chg="delSp modSp">
        <pc:chgData name="MSTR - Tan Ai Kun" userId="S::aikun_tan@mymail.sutd.edu.sg::efb57637-7385-40e9-8427-c7c7962c2739" providerId="AD" clId="Web-{8851C74A-95B7-D4A3-3DE4-581172F48388}" dt="2026-05-26T02:06:24.132" v="7" actId="20577"/>
        <pc:sldMkLst>
          <pc:docMk/>
          <pc:sldMk cId="37799543" sldId="368"/>
        </pc:sldMkLst>
        <pc:spChg chg="mod">
          <ac:chgData name="MSTR - Tan Ai Kun" userId="S::aikun_tan@mymail.sutd.edu.sg::efb57637-7385-40e9-8427-c7c7962c2739" providerId="AD" clId="Web-{8851C74A-95B7-D4A3-3DE4-581172F48388}" dt="2026-05-26T02:06:24.132" v="7" actId="20577"/>
          <ac:spMkLst>
            <pc:docMk/>
            <pc:sldMk cId="37799543" sldId="368"/>
            <ac:spMk id="3" creationId="{04A63429-3D23-305C-DEA7-7F55F26E40B2}"/>
          </ac:spMkLst>
        </pc:spChg>
      </pc:sldChg>
      <pc:sldChg chg="delSp modSp">
        <pc:chgData name="MSTR - Tan Ai Kun" userId="S::aikun_tan@mymail.sutd.edu.sg::efb57637-7385-40e9-8427-c7c7962c2739" providerId="AD" clId="Web-{8851C74A-95B7-D4A3-3DE4-581172F48388}" dt="2026-05-26T02:04:04.017" v="4"/>
        <pc:sldMkLst>
          <pc:docMk/>
          <pc:sldMk cId="745698047" sldId="381"/>
        </pc:sldMkLst>
        <pc:graphicFrameChg chg="mod modGraphic">
          <ac:chgData name="MSTR - Tan Ai Kun" userId="S::aikun_tan@mymail.sutd.edu.sg::efb57637-7385-40e9-8427-c7c7962c2739" providerId="AD" clId="Web-{8851C74A-95B7-D4A3-3DE4-581172F48388}" dt="2026-05-26T02:03:40.969" v="3"/>
          <ac:graphicFrameMkLst>
            <pc:docMk/>
            <pc:sldMk cId="745698047" sldId="381"/>
            <ac:graphicFrameMk id="8" creationId="{2219B4A0-4DA7-7A93-2D72-8735B284E6E4}"/>
          </ac:graphicFrameMkLst>
        </pc:graphicFrameChg>
      </pc:sldChg>
    </pc:docChg>
  </pc:docChgLst>
  <pc:docChgLst>
    <pc:chgData name="MSTR - Tan Ai Kun" userId="efb57637-7385-40e9-8427-c7c7962c2739" providerId="ADAL" clId="{A6DB1573-6E6F-5461-890C-0E2A340A4425}"/>
    <pc:docChg chg="undo custSel addSld delSld modSld sldOrd">
      <pc:chgData name="MSTR - Tan Ai Kun" userId="efb57637-7385-40e9-8427-c7c7962c2739" providerId="ADAL" clId="{A6DB1573-6E6F-5461-890C-0E2A340A4425}" dt="2026-05-25T13:04:10.640" v="799" actId="14100"/>
      <pc:docMkLst>
        <pc:docMk/>
      </pc:docMkLst>
      <pc:sldChg chg="modSp mod modNotesTx">
        <pc:chgData name="MSTR - Tan Ai Kun" userId="efb57637-7385-40e9-8427-c7c7962c2739" providerId="ADAL" clId="{A6DB1573-6E6F-5461-890C-0E2A340A4425}" dt="2026-05-24T08:14:02.874" v="335" actId="20577"/>
        <pc:sldMkLst>
          <pc:docMk/>
          <pc:sldMk cId="1213675656" sldId="352"/>
        </pc:sldMkLst>
        <pc:graphicFrameChg chg="mod">
          <ac:chgData name="MSTR - Tan Ai Kun" userId="efb57637-7385-40e9-8427-c7c7962c2739" providerId="ADAL" clId="{A6DB1573-6E6F-5461-890C-0E2A340A4425}" dt="2026-05-24T08:13:53.403" v="334" actId="255"/>
          <ac:graphicFrameMkLst>
            <pc:docMk/>
            <pc:sldMk cId="1213675656" sldId="352"/>
            <ac:graphicFrameMk id="7" creationId="{19266172-3487-624D-CF24-80D5EC3D535F}"/>
          </ac:graphicFrameMkLst>
        </pc:graphicFrameChg>
      </pc:sldChg>
      <pc:sldChg chg="modSp mod">
        <pc:chgData name="MSTR - Tan Ai Kun" userId="efb57637-7385-40e9-8427-c7c7962c2739" providerId="ADAL" clId="{A6DB1573-6E6F-5461-890C-0E2A340A4425}" dt="2026-05-25T12:37:02.734" v="694"/>
        <pc:sldMkLst>
          <pc:docMk/>
          <pc:sldMk cId="3004085455" sldId="357"/>
        </pc:sldMkLst>
        <pc:graphicFrameChg chg="modGraphic">
          <ac:chgData name="MSTR - Tan Ai Kun" userId="efb57637-7385-40e9-8427-c7c7962c2739" providerId="ADAL" clId="{A6DB1573-6E6F-5461-890C-0E2A340A4425}" dt="2026-05-25T12:37:02.734" v="694"/>
          <ac:graphicFrameMkLst>
            <pc:docMk/>
            <pc:sldMk cId="3004085455" sldId="357"/>
            <ac:graphicFrameMk id="5" creationId="{E979670D-6E5E-F996-CE72-006692B822AC}"/>
          </ac:graphicFrameMkLst>
        </pc:graphicFrameChg>
      </pc:sldChg>
      <pc:sldChg chg="modSp mod">
        <pc:chgData name="MSTR - Tan Ai Kun" userId="efb57637-7385-40e9-8427-c7c7962c2739" providerId="ADAL" clId="{A6DB1573-6E6F-5461-890C-0E2A340A4425}" dt="2026-05-24T08:20:36.100" v="464" actId="1035"/>
        <pc:sldMkLst>
          <pc:docMk/>
          <pc:sldMk cId="1119154230" sldId="361"/>
        </pc:sldMkLst>
        <pc:spChg chg="mod">
          <ac:chgData name="MSTR - Tan Ai Kun" userId="efb57637-7385-40e9-8427-c7c7962c2739" providerId="ADAL" clId="{A6DB1573-6E6F-5461-890C-0E2A340A4425}" dt="2026-05-24T08:20:15.054" v="459" actId="108"/>
          <ac:spMkLst>
            <pc:docMk/>
            <pc:sldMk cId="1119154230" sldId="361"/>
            <ac:spMk id="14" creationId="{BCF09676-BC54-57BB-1411-316D4F2F4869}"/>
          </ac:spMkLst>
        </pc:spChg>
        <pc:picChg chg="mod">
          <ac:chgData name="MSTR - Tan Ai Kun" userId="efb57637-7385-40e9-8427-c7c7962c2739" providerId="ADAL" clId="{A6DB1573-6E6F-5461-890C-0E2A340A4425}" dt="2026-05-24T08:20:36.100" v="464" actId="1035"/>
          <ac:picMkLst>
            <pc:docMk/>
            <pc:sldMk cId="1119154230" sldId="361"/>
            <ac:picMk id="6" creationId="{33E21646-8958-369D-8E14-B76A08284620}"/>
          </ac:picMkLst>
        </pc:picChg>
      </pc:sldChg>
      <pc:sldChg chg="delSp modSp mod">
        <pc:chgData name="MSTR - Tan Ai Kun" userId="efb57637-7385-40e9-8427-c7c7962c2739" providerId="ADAL" clId="{A6DB1573-6E6F-5461-890C-0E2A340A4425}" dt="2026-05-24T08:25:38.656" v="562" actId="20577"/>
        <pc:sldMkLst>
          <pc:docMk/>
          <pc:sldMk cId="1371923147" sldId="362"/>
        </pc:sldMkLst>
        <pc:spChg chg="mod">
          <ac:chgData name="MSTR - Tan Ai Kun" userId="efb57637-7385-40e9-8427-c7c7962c2739" providerId="ADAL" clId="{A6DB1573-6E6F-5461-890C-0E2A340A4425}" dt="2026-05-24T08:24:38.096" v="541" actId="1076"/>
          <ac:spMkLst>
            <pc:docMk/>
            <pc:sldMk cId="1371923147" sldId="362"/>
            <ac:spMk id="3" creationId="{A668B79F-2EC2-FCA8-D77D-0CDAE2A12A5E}"/>
          </ac:spMkLst>
        </pc:spChg>
        <pc:spChg chg="mod">
          <ac:chgData name="MSTR - Tan Ai Kun" userId="efb57637-7385-40e9-8427-c7c7962c2739" providerId="ADAL" clId="{A6DB1573-6E6F-5461-890C-0E2A340A4425}" dt="2026-05-24T08:25:38.656" v="562" actId="20577"/>
          <ac:spMkLst>
            <pc:docMk/>
            <pc:sldMk cId="1371923147" sldId="362"/>
            <ac:spMk id="4" creationId="{3ACF0B22-89E9-BA22-AF71-81DD7FA3B879}"/>
          </ac:spMkLst>
        </pc:spChg>
        <pc:graphicFrameChg chg="mod modGraphic">
          <ac:chgData name="MSTR - Tan Ai Kun" userId="efb57637-7385-40e9-8427-c7c7962c2739" providerId="ADAL" clId="{A6DB1573-6E6F-5461-890C-0E2A340A4425}" dt="2026-05-24T08:25:08.237" v="545" actId="14734"/>
          <ac:graphicFrameMkLst>
            <pc:docMk/>
            <pc:sldMk cId="1371923147" sldId="362"/>
            <ac:graphicFrameMk id="6" creationId="{F28AF252-0884-6DA3-431E-3325F08D373A}"/>
          </ac:graphicFrameMkLst>
        </pc:graphicFrameChg>
      </pc:sldChg>
      <pc:sldChg chg="addSp delSp modSp mod setBg">
        <pc:chgData name="MSTR - Tan Ai Kun" userId="efb57637-7385-40e9-8427-c7c7962c2739" providerId="ADAL" clId="{A6DB1573-6E6F-5461-890C-0E2A340A4425}" dt="2026-05-25T12:56:06.512" v="745" actId="478"/>
        <pc:sldMkLst>
          <pc:docMk/>
          <pc:sldMk cId="870265341" sldId="366"/>
        </pc:sldMkLst>
        <pc:spChg chg="mod">
          <ac:chgData name="MSTR - Tan Ai Kun" userId="efb57637-7385-40e9-8427-c7c7962c2739" providerId="ADAL" clId="{A6DB1573-6E6F-5461-890C-0E2A340A4425}" dt="2026-05-25T12:55:47.441" v="743" actId="26606"/>
          <ac:spMkLst>
            <pc:docMk/>
            <pc:sldMk cId="870265341" sldId="366"/>
            <ac:spMk id="2" creationId="{8946D770-BDFF-0923-57D2-BAE1F0D508EF}"/>
          </ac:spMkLst>
        </pc:spChg>
        <pc:spChg chg="add">
          <ac:chgData name="MSTR - Tan Ai Kun" userId="efb57637-7385-40e9-8427-c7c7962c2739" providerId="ADAL" clId="{A6DB1573-6E6F-5461-890C-0E2A340A4425}" dt="2026-05-25T12:55:47.441" v="743" actId="26606"/>
          <ac:spMkLst>
            <pc:docMk/>
            <pc:sldMk cId="870265341" sldId="366"/>
            <ac:spMk id="19" creationId="{A8384FB5-9ADC-4DDC-881B-597D56F5B15D}"/>
          </ac:spMkLst>
        </pc:spChg>
        <pc:spChg chg="add">
          <ac:chgData name="MSTR - Tan Ai Kun" userId="efb57637-7385-40e9-8427-c7c7962c2739" providerId="ADAL" clId="{A6DB1573-6E6F-5461-890C-0E2A340A4425}" dt="2026-05-25T12:55:47.441" v="743" actId="26606"/>
          <ac:spMkLst>
            <pc:docMk/>
            <pc:sldMk cId="870265341" sldId="366"/>
            <ac:spMk id="21" creationId="{1199E1B1-A8C0-4FE8-A5A8-1CB41D69F857}"/>
          </ac:spMkLst>
        </pc:spChg>
        <pc:spChg chg="add">
          <ac:chgData name="MSTR - Tan Ai Kun" userId="efb57637-7385-40e9-8427-c7c7962c2739" providerId="ADAL" clId="{A6DB1573-6E6F-5461-890C-0E2A340A4425}" dt="2026-05-25T12:55:47.441" v="743" actId="26606"/>
          <ac:spMkLst>
            <pc:docMk/>
            <pc:sldMk cId="870265341" sldId="366"/>
            <ac:spMk id="23" creationId="{84A8DE83-DE75-4B41-9DB4-A7EC0B0DEC0B}"/>
          </ac:spMkLst>
        </pc:spChg>
        <pc:spChg chg="add">
          <ac:chgData name="MSTR - Tan Ai Kun" userId="efb57637-7385-40e9-8427-c7c7962c2739" providerId="ADAL" clId="{A6DB1573-6E6F-5461-890C-0E2A340A4425}" dt="2026-05-25T12:55:47.441" v="743" actId="26606"/>
          <ac:spMkLst>
            <pc:docMk/>
            <pc:sldMk cId="870265341" sldId="366"/>
            <ac:spMk id="25" creationId="{A7009A0A-BEF5-4EAC-AF15-E4F9F002E239}"/>
          </ac:spMkLst>
        </pc:spChg>
        <pc:picChg chg="mod">
          <ac:chgData name="MSTR - Tan Ai Kun" userId="efb57637-7385-40e9-8427-c7c7962c2739" providerId="ADAL" clId="{A6DB1573-6E6F-5461-890C-0E2A340A4425}" dt="2026-05-25T12:55:47.441" v="743" actId="26606"/>
          <ac:picMkLst>
            <pc:docMk/>
            <pc:sldMk cId="870265341" sldId="366"/>
            <ac:picMk id="3" creationId="{713C38A4-D93A-6707-D428-DCAAA4FBD32F}"/>
          </ac:picMkLst>
        </pc:picChg>
      </pc:sldChg>
      <pc:sldChg chg="delSp mod">
        <pc:chgData name="MSTR - Tan Ai Kun" userId="efb57637-7385-40e9-8427-c7c7962c2739" providerId="ADAL" clId="{A6DB1573-6E6F-5461-890C-0E2A340A4425}" dt="2026-05-25T12:56:37.280" v="746" actId="21"/>
        <pc:sldMkLst>
          <pc:docMk/>
          <pc:sldMk cId="1519557825" sldId="367"/>
        </pc:sldMkLst>
      </pc:sldChg>
      <pc:sldChg chg="addSp modSp mod">
        <pc:chgData name="MSTR - Tan Ai Kun" userId="efb57637-7385-40e9-8427-c7c7962c2739" providerId="ADAL" clId="{A6DB1573-6E6F-5461-890C-0E2A340A4425}" dt="2026-05-24T08:21:53.336" v="523" actId="1076"/>
        <pc:sldMkLst>
          <pc:docMk/>
          <pc:sldMk cId="37799543" sldId="368"/>
        </pc:sldMkLst>
      </pc:sldChg>
      <pc:sldChg chg="modSp mod">
        <pc:chgData name="MSTR - Tan Ai Kun" userId="efb57637-7385-40e9-8427-c7c7962c2739" providerId="ADAL" clId="{A6DB1573-6E6F-5461-890C-0E2A340A4425}" dt="2026-05-25T12:59:48.918" v="777" actId="1036"/>
        <pc:sldMkLst>
          <pc:docMk/>
          <pc:sldMk cId="2572802587" sldId="375"/>
        </pc:sldMkLst>
        <pc:spChg chg="mod">
          <ac:chgData name="MSTR - Tan Ai Kun" userId="efb57637-7385-40e9-8427-c7c7962c2739" providerId="ADAL" clId="{A6DB1573-6E6F-5461-890C-0E2A340A4425}" dt="2026-05-25T12:59:48.918" v="777" actId="1036"/>
          <ac:spMkLst>
            <pc:docMk/>
            <pc:sldMk cId="2572802587" sldId="375"/>
            <ac:spMk id="9" creationId="{1C186049-9605-C5C7-DD05-8934982F323C}"/>
          </ac:spMkLst>
        </pc:spChg>
      </pc:sldChg>
      <pc:sldChg chg="addSp modSp mod setBg">
        <pc:chgData name="MSTR - Tan Ai Kun" userId="efb57637-7385-40e9-8427-c7c7962c2739" providerId="ADAL" clId="{A6DB1573-6E6F-5461-890C-0E2A340A4425}" dt="2026-05-25T13:04:10.640" v="799" actId="14100"/>
        <pc:sldMkLst>
          <pc:docMk/>
          <pc:sldMk cId="1856922295" sldId="380"/>
        </pc:sldMkLst>
        <pc:spChg chg="mod">
          <ac:chgData name="MSTR - Tan Ai Kun" userId="efb57637-7385-40e9-8427-c7c7962c2739" providerId="ADAL" clId="{A6DB1573-6E6F-5461-890C-0E2A340A4425}" dt="2026-05-25T13:04:10.640" v="799" actId="14100"/>
          <ac:spMkLst>
            <pc:docMk/>
            <pc:sldMk cId="1856922295" sldId="380"/>
            <ac:spMk id="2" creationId="{FE974098-CDD6-A5E0-0F17-7541F845B7AB}"/>
          </ac:spMkLst>
        </pc:spChg>
        <pc:spChg chg="add">
          <ac:chgData name="MSTR - Tan Ai Kun" userId="efb57637-7385-40e9-8427-c7c7962c2739" providerId="ADAL" clId="{A6DB1573-6E6F-5461-890C-0E2A340A4425}" dt="2026-05-25T13:03:59.363" v="798" actId="26606"/>
          <ac:spMkLst>
            <pc:docMk/>
            <pc:sldMk cId="1856922295" sldId="380"/>
            <ac:spMk id="11" creationId="{AAD0DBB9-1A4B-4391-81D4-CB19F9AB918A}"/>
          </ac:spMkLst>
        </pc:spChg>
        <pc:spChg chg="add">
          <ac:chgData name="MSTR - Tan Ai Kun" userId="efb57637-7385-40e9-8427-c7c7962c2739" providerId="ADAL" clId="{A6DB1573-6E6F-5461-890C-0E2A340A4425}" dt="2026-05-25T13:03:59.363" v="798" actId="26606"/>
          <ac:spMkLst>
            <pc:docMk/>
            <pc:sldMk cId="1856922295" sldId="380"/>
            <ac:spMk id="13" creationId="{BACC6370-2D7E-4714-9D71-7542949D7D5D}"/>
          </ac:spMkLst>
        </pc:spChg>
        <pc:spChg chg="add">
          <ac:chgData name="MSTR - Tan Ai Kun" userId="efb57637-7385-40e9-8427-c7c7962c2739" providerId="ADAL" clId="{A6DB1573-6E6F-5461-890C-0E2A340A4425}" dt="2026-05-25T13:03:59.363" v="798" actId="26606"/>
          <ac:spMkLst>
            <pc:docMk/>
            <pc:sldMk cId="1856922295" sldId="380"/>
            <ac:spMk id="15" creationId="{F68B3F68-107C-434F-AA38-110D5EA91B85}"/>
          </ac:spMkLst>
        </pc:spChg>
        <pc:spChg chg="add">
          <ac:chgData name="MSTR - Tan Ai Kun" userId="efb57637-7385-40e9-8427-c7c7962c2739" providerId="ADAL" clId="{A6DB1573-6E6F-5461-890C-0E2A340A4425}" dt="2026-05-25T13:03:59.363" v="798" actId="26606"/>
          <ac:spMkLst>
            <pc:docMk/>
            <pc:sldMk cId="1856922295" sldId="380"/>
            <ac:spMk id="19" creationId="{063BBA22-50EA-4C4D-BE05-F1CE4E63AA56}"/>
          </ac:spMkLst>
        </pc:spChg>
        <pc:graphicFrameChg chg="mod modGraphic">
          <ac:chgData name="MSTR - Tan Ai Kun" userId="efb57637-7385-40e9-8427-c7c7962c2739" providerId="ADAL" clId="{A6DB1573-6E6F-5461-890C-0E2A340A4425}" dt="2026-05-25T13:03:59.363" v="798" actId="26606"/>
          <ac:graphicFrameMkLst>
            <pc:docMk/>
            <pc:sldMk cId="1856922295" sldId="380"/>
            <ac:graphicFrameMk id="8" creationId="{548F287D-96AA-D1EF-755D-E916FCAE89E0}"/>
          </ac:graphicFrameMkLst>
        </pc:graphicFrameChg>
      </pc:sldChg>
      <pc:sldChg chg="addSp modSp mod">
        <pc:chgData name="MSTR - Tan Ai Kun" userId="efb57637-7385-40e9-8427-c7c7962c2739" providerId="ADAL" clId="{A6DB1573-6E6F-5461-890C-0E2A340A4425}" dt="2026-05-25T12:46:24.802" v="742" actId="1035"/>
        <pc:sldMkLst>
          <pc:docMk/>
          <pc:sldMk cId="745698047" sldId="381"/>
        </pc:sldMkLst>
      </pc:sldChg>
      <pc:sldChg chg="addSp modSp mod setBg addAnim">
        <pc:chgData name="MSTR - Tan Ai Kun" userId="efb57637-7385-40e9-8427-c7c7962c2739" providerId="ADAL" clId="{A6DB1573-6E6F-5461-890C-0E2A340A4425}" dt="2026-05-25T12:38:33.698" v="703" actId="113"/>
        <pc:sldMkLst>
          <pc:docMk/>
          <pc:sldMk cId="3705772652" sldId="383"/>
        </pc:sldMkLst>
        <pc:spChg chg="mod">
          <ac:chgData name="MSTR - Tan Ai Kun" userId="efb57637-7385-40e9-8427-c7c7962c2739" providerId="ADAL" clId="{A6DB1573-6E6F-5461-890C-0E2A340A4425}" dt="2026-05-25T12:38:33.698" v="703" actId="113"/>
          <ac:spMkLst>
            <pc:docMk/>
            <pc:sldMk cId="3705772652" sldId="383"/>
            <ac:spMk id="8" creationId="{C86CD352-C64B-5782-D986-A3C922D9C396}"/>
          </ac:spMkLst>
        </pc:spChg>
        <pc:spChg chg="mod">
          <ac:chgData name="MSTR - Tan Ai Kun" userId="efb57637-7385-40e9-8427-c7c7962c2739" providerId="ADAL" clId="{A6DB1573-6E6F-5461-890C-0E2A340A4425}" dt="2026-05-25T12:38:27.745" v="700" actId="26606"/>
          <ac:spMkLst>
            <pc:docMk/>
            <pc:sldMk cId="3705772652" sldId="383"/>
            <ac:spMk id="9" creationId="{E4DE88C0-6493-B81B-7899-A6FD5A6A1042}"/>
          </ac:spMkLst>
        </pc:spChg>
        <pc:spChg chg="add">
          <ac:chgData name="MSTR - Tan Ai Kun" userId="efb57637-7385-40e9-8427-c7c7962c2739" providerId="ADAL" clId="{A6DB1573-6E6F-5461-890C-0E2A340A4425}" dt="2026-05-25T12:38:27.745" v="700" actId="26606"/>
          <ac:spMkLst>
            <pc:docMk/>
            <pc:sldMk cId="3705772652" sldId="383"/>
            <ac:spMk id="14" creationId="{934F1179-B481-4F9E-BCA3-AFB972070F83}"/>
          </ac:spMkLst>
        </pc:spChg>
        <pc:spChg chg="add">
          <ac:chgData name="MSTR - Tan Ai Kun" userId="efb57637-7385-40e9-8427-c7c7962c2739" providerId="ADAL" clId="{A6DB1573-6E6F-5461-890C-0E2A340A4425}" dt="2026-05-25T12:38:27.745" v="700" actId="26606"/>
          <ac:spMkLst>
            <pc:docMk/>
            <pc:sldMk cId="3705772652" sldId="383"/>
            <ac:spMk id="16" creationId="{827DC2C4-B485-428A-BF4A-472D2967F47F}"/>
          </ac:spMkLst>
        </pc:spChg>
        <pc:spChg chg="add">
          <ac:chgData name="MSTR - Tan Ai Kun" userId="efb57637-7385-40e9-8427-c7c7962c2739" providerId="ADAL" clId="{A6DB1573-6E6F-5461-890C-0E2A340A4425}" dt="2026-05-25T12:38:27.745" v="700" actId="26606"/>
          <ac:spMkLst>
            <pc:docMk/>
            <pc:sldMk cId="3705772652" sldId="383"/>
            <ac:spMk id="18" creationId="{EE04B5EB-F158-4507-90DD-BD23620C7CC9}"/>
          </ac:spMkLst>
        </pc:spChg>
      </pc:sldChg>
      <pc:sldChg chg="addSp modSp mod setBg">
        <pc:chgData name="MSTR - Tan Ai Kun" userId="efb57637-7385-40e9-8427-c7c7962c2739" providerId="ADAL" clId="{A6DB1573-6E6F-5461-890C-0E2A340A4425}" dt="2026-05-25T12:38:10.077" v="699" actId="26606"/>
        <pc:sldMkLst>
          <pc:docMk/>
          <pc:sldMk cId="3693023435" sldId="385"/>
        </pc:sldMkLst>
        <pc:spChg chg="mod">
          <ac:chgData name="MSTR - Tan Ai Kun" userId="efb57637-7385-40e9-8427-c7c7962c2739" providerId="ADAL" clId="{A6DB1573-6E6F-5461-890C-0E2A340A4425}" dt="2026-05-25T12:38:10.077" v="699" actId="26606"/>
          <ac:spMkLst>
            <pc:docMk/>
            <pc:sldMk cId="3693023435" sldId="385"/>
            <ac:spMk id="8" creationId="{1DE24FC5-3CC2-55EA-5BD4-627032C91A58}"/>
          </ac:spMkLst>
        </pc:spChg>
        <pc:spChg chg="mod">
          <ac:chgData name="MSTR - Tan Ai Kun" userId="efb57637-7385-40e9-8427-c7c7962c2739" providerId="ADAL" clId="{A6DB1573-6E6F-5461-890C-0E2A340A4425}" dt="2026-05-25T12:38:10.077" v="699" actId="26606"/>
          <ac:spMkLst>
            <pc:docMk/>
            <pc:sldMk cId="3693023435" sldId="385"/>
            <ac:spMk id="9" creationId="{B8C19E39-29A0-BD2D-C939-499BD5FAFD57}"/>
          </ac:spMkLst>
        </pc:spChg>
        <pc:spChg chg="add">
          <ac:chgData name="MSTR - Tan Ai Kun" userId="efb57637-7385-40e9-8427-c7c7962c2739" providerId="ADAL" clId="{A6DB1573-6E6F-5461-890C-0E2A340A4425}" dt="2026-05-25T12:38:10.077" v="699" actId="26606"/>
          <ac:spMkLst>
            <pc:docMk/>
            <pc:sldMk cId="3693023435" sldId="385"/>
            <ac:spMk id="14" creationId="{934F1179-B481-4F9E-BCA3-AFB972070F83}"/>
          </ac:spMkLst>
        </pc:spChg>
        <pc:spChg chg="add">
          <ac:chgData name="MSTR - Tan Ai Kun" userId="efb57637-7385-40e9-8427-c7c7962c2739" providerId="ADAL" clId="{A6DB1573-6E6F-5461-890C-0E2A340A4425}" dt="2026-05-25T12:38:10.077" v="699" actId="26606"/>
          <ac:spMkLst>
            <pc:docMk/>
            <pc:sldMk cId="3693023435" sldId="385"/>
            <ac:spMk id="16" creationId="{827DC2C4-B485-428A-BF4A-472D2967F47F}"/>
          </ac:spMkLst>
        </pc:spChg>
        <pc:spChg chg="add">
          <ac:chgData name="MSTR - Tan Ai Kun" userId="efb57637-7385-40e9-8427-c7c7962c2739" providerId="ADAL" clId="{A6DB1573-6E6F-5461-890C-0E2A340A4425}" dt="2026-05-25T12:38:10.077" v="699" actId="26606"/>
          <ac:spMkLst>
            <pc:docMk/>
            <pc:sldMk cId="3693023435" sldId="385"/>
            <ac:spMk id="18" creationId="{EE04B5EB-F158-4507-90DD-BD23620C7CC9}"/>
          </ac:spMkLst>
        </pc:spChg>
      </pc:sldChg>
      <pc:sldChg chg="addSp modSp mod">
        <pc:chgData name="MSTR - Tan Ai Kun" userId="efb57637-7385-40e9-8427-c7c7962c2739" providerId="ADAL" clId="{A6DB1573-6E6F-5461-890C-0E2A340A4425}" dt="2026-05-25T13:00:20.055" v="797" actId="1038"/>
        <pc:sldMkLst>
          <pc:docMk/>
          <pc:sldMk cId="2998056251" sldId="389"/>
        </pc:sldMkLst>
        <pc:spChg chg="add mod">
          <ac:chgData name="MSTR - Tan Ai Kun" userId="efb57637-7385-40e9-8427-c7c7962c2739" providerId="ADAL" clId="{A6DB1573-6E6F-5461-890C-0E2A340A4425}" dt="2026-05-25T13:00:20.055" v="797" actId="1038"/>
          <ac:spMkLst>
            <pc:docMk/>
            <pc:sldMk cId="2998056251" sldId="389"/>
            <ac:spMk id="3" creationId="{0C666424-1D68-BCBE-62BA-8690A31D81FD}"/>
          </ac:spMkLst>
        </pc:spChg>
        <pc:picChg chg="mod">
          <ac:chgData name="MSTR - Tan Ai Kun" userId="efb57637-7385-40e9-8427-c7c7962c2739" providerId="ADAL" clId="{A6DB1573-6E6F-5461-890C-0E2A340A4425}" dt="2026-05-25T13:00:16.214" v="792" actId="1038"/>
          <ac:picMkLst>
            <pc:docMk/>
            <pc:sldMk cId="2998056251" sldId="389"/>
            <ac:picMk id="5" creationId="{797F2A99-B872-CBD1-DA56-52AF886ACBB9}"/>
          </ac:picMkLst>
        </pc:picChg>
      </pc:sldChg>
      <pc:sldChg chg="addSp delSp modSp mod setBg">
        <pc:chgData name="MSTR - Tan Ai Kun" userId="efb57637-7385-40e9-8427-c7c7962c2739" providerId="ADAL" clId="{A6DB1573-6E6F-5461-890C-0E2A340A4425}" dt="2026-05-25T12:37:54.309" v="697" actId="113"/>
        <pc:sldMkLst>
          <pc:docMk/>
          <pc:sldMk cId="3420303038" sldId="393"/>
        </pc:sldMkLst>
        <pc:spChg chg="mod">
          <ac:chgData name="MSTR - Tan Ai Kun" userId="efb57637-7385-40e9-8427-c7c7962c2739" providerId="ADAL" clId="{A6DB1573-6E6F-5461-890C-0E2A340A4425}" dt="2026-05-25T12:37:54.309" v="697" actId="113"/>
          <ac:spMkLst>
            <pc:docMk/>
            <pc:sldMk cId="3420303038" sldId="393"/>
            <ac:spMk id="8" creationId="{3D838EAE-61D5-469C-431A-993EF56D4AA9}"/>
          </ac:spMkLst>
        </pc:spChg>
        <pc:spChg chg="add">
          <ac:chgData name="MSTR - Tan Ai Kun" userId="efb57637-7385-40e9-8427-c7c7962c2739" providerId="ADAL" clId="{A6DB1573-6E6F-5461-890C-0E2A340A4425}" dt="2026-05-25T12:37:42.449" v="695" actId="26606"/>
          <ac:spMkLst>
            <pc:docMk/>
            <pc:sldMk cId="3420303038" sldId="393"/>
            <ac:spMk id="15" creationId="{A3363022-C969-41E9-8EB2-E4C94908C1FA}"/>
          </ac:spMkLst>
        </pc:spChg>
        <pc:spChg chg="add">
          <ac:chgData name="MSTR - Tan Ai Kun" userId="efb57637-7385-40e9-8427-c7c7962c2739" providerId="ADAL" clId="{A6DB1573-6E6F-5461-890C-0E2A340A4425}" dt="2026-05-25T12:37:42.449" v="695" actId="26606"/>
          <ac:spMkLst>
            <pc:docMk/>
            <pc:sldMk cId="3420303038" sldId="393"/>
            <ac:spMk id="17" creationId="{8D1AD6B3-BE88-4CEB-BA17-790657CC4729}"/>
          </ac:spMkLst>
        </pc:spChg>
        <pc:grpChg chg="add">
          <ac:chgData name="MSTR - Tan Ai Kun" userId="efb57637-7385-40e9-8427-c7c7962c2739" providerId="ADAL" clId="{A6DB1573-6E6F-5461-890C-0E2A340A4425}" dt="2026-05-25T12:37:42.449" v="695" actId="26606"/>
          <ac:grpSpMkLst>
            <pc:docMk/>
            <pc:sldMk cId="3420303038" sldId="393"/>
            <ac:grpSpMk id="19" creationId="{89D1390B-7E13-4B4F-9CB2-391063412E54}"/>
          </ac:grpSpMkLst>
        </pc:grpChg>
        <pc:picChg chg="add">
          <ac:chgData name="MSTR - Tan Ai Kun" userId="efb57637-7385-40e9-8427-c7c7962c2739" providerId="ADAL" clId="{A6DB1573-6E6F-5461-890C-0E2A340A4425}" dt="2026-05-25T12:37:42.449" v="695" actId="26606"/>
          <ac:picMkLst>
            <pc:docMk/>
            <pc:sldMk cId="3420303038" sldId="393"/>
            <ac:picMk id="12" creationId="{9A412C09-2F09-2D44-84AC-23CBBB9872DA}"/>
          </ac:picMkLst>
        </pc:picChg>
      </pc:sldChg>
      <pc:sldChg chg="modSp mod">
        <pc:chgData name="MSTR - Tan Ai Kun" userId="efb57637-7385-40e9-8427-c7c7962c2739" providerId="ADAL" clId="{A6DB1573-6E6F-5461-890C-0E2A340A4425}" dt="2026-05-25T12:29:09.011" v="676" actId="2165"/>
        <pc:sldMkLst>
          <pc:docMk/>
          <pc:sldMk cId="2210319415" sldId="395"/>
        </pc:sldMkLst>
        <pc:graphicFrameChg chg="mod modGraphic">
          <ac:chgData name="MSTR - Tan Ai Kun" userId="efb57637-7385-40e9-8427-c7c7962c2739" providerId="ADAL" clId="{A6DB1573-6E6F-5461-890C-0E2A340A4425}" dt="2026-05-25T12:29:09.011" v="676" actId="2165"/>
          <ac:graphicFrameMkLst>
            <pc:docMk/>
            <pc:sldMk cId="2210319415" sldId="395"/>
            <ac:graphicFrameMk id="5" creationId="{36C429F0-F4F0-C0F3-29E4-491B8C5C9D6F}"/>
          </ac:graphicFrameMkLst>
        </pc:graphicFrameChg>
      </pc:sldChg>
      <pc:sldChg chg="modSp add mod">
        <pc:chgData name="MSTR - Tan Ai Kun" userId="efb57637-7385-40e9-8427-c7c7962c2739" providerId="ADAL" clId="{A6DB1573-6E6F-5461-890C-0E2A340A4425}" dt="2026-05-25T12:31:03.565" v="691" actId="14100"/>
        <pc:sldMkLst>
          <pc:docMk/>
          <pc:sldMk cId="3689583524" sldId="398"/>
        </pc:sldMkLst>
        <pc:graphicFrameChg chg="mod modGraphic">
          <ac:chgData name="MSTR - Tan Ai Kun" userId="efb57637-7385-40e9-8427-c7c7962c2739" providerId="ADAL" clId="{A6DB1573-6E6F-5461-890C-0E2A340A4425}" dt="2026-05-25T12:31:03.565" v="691" actId="14100"/>
          <ac:graphicFrameMkLst>
            <pc:docMk/>
            <pc:sldMk cId="3689583524" sldId="398"/>
            <ac:graphicFrameMk id="5" creationId="{BC3FBF4D-230B-F9EE-F42E-7848E809BFE1}"/>
          </ac:graphicFrameMkLst>
        </pc:graphicFrameChg>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svg"/><Relationship Id="rId1" Type="http://schemas.openxmlformats.org/officeDocument/2006/relationships/image" Target="../media/image3.svg"/><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svg"/><Relationship Id="rId1" Type="http://schemas.openxmlformats.org/officeDocument/2006/relationships/image" Target="../media/image3.svg"/><Relationship Id="rId6" Type="http://schemas.openxmlformats.org/officeDocument/2006/relationships/image" Target="../media/image8.svg"/><Relationship Id="rId5" Type="http://schemas.openxmlformats.org/officeDocument/2006/relationships/image" Target="../media/image7.sv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5FCB312-5193-4B72-8FB8-D9FD9A39D437}" type="doc">
      <dgm:prSet loTypeId="urn:microsoft.com/office/officeart/2018/5/layout/IconCircle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9D694AC9-4F66-4687-8BF8-16833B5249A9}">
      <dgm:prSet/>
      <dgm:spPr/>
      <dgm:t>
        <a:bodyPr/>
        <a:lstStyle/>
        <a:p>
          <a:pPr>
            <a:lnSpc>
              <a:spcPct val="100000"/>
            </a:lnSpc>
            <a:defRPr cap="all"/>
          </a:pPr>
          <a:r>
            <a:rPr lang="en-SG"/>
            <a:t>Objective</a:t>
          </a:r>
          <a:endParaRPr lang="en-US"/>
        </a:p>
      </dgm:t>
    </dgm:pt>
    <dgm:pt modelId="{26BB8456-754B-47E4-A3B0-5C2583F73CC2}" type="parTrans" cxnId="{3CF0583F-B0F3-4A60-8D28-1A4E4D94EA0F}">
      <dgm:prSet/>
      <dgm:spPr/>
      <dgm:t>
        <a:bodyPr/>
        <a:lstStyle/>
        <a:p>
          <a:endParaRPr lang="en-US"/>
        </a:p>
      </dgm:t>
    </dgm:pt>
    <dgm:pt modelId="{780054A4-D462-4A5B-89B7-B2D7BFA853EE}" type="sibTrans" cxnId="{3CF0583F-B0F3-4A60-8D28-1A4E4D94EA0F}">
      <dgm:prSet/>
      <dgm:spPr/>
      <dgm:t>
        <a:bodyPr/>
        <a:lstStyle/>
        <a:p>
          <a:endParaRPr lang="en-US"/>
        </a:p>
      </dgm:t>
    </dgm:pt>
    <dgm:pt modelId="{7DEC8766-85EF-4DE0-9230-BCA2D4465D69}">
      <dgm:prSet/>
      <dgm:spPr/>
      <dgm:t>
        <a:bodyPr/>
        <a:lstStyle/>
        <a:p>
          <a:pPr>
            <a:lnSpc>
              <a:spcPct val="100000"/>
            </a:lnSpc>
            <a:defRPr cap="all"/>
          </a:pPr>
          <a:r>
            <a:rPr lang="en-SG"/>
            <a:t>Workflow</a:t>
          </a:r>
          <a:endParaRPr lang="en-US"/>
        </a:p>
      </dgm:t>
    </dgm:pt>
    <dgm:pt modelId="{BCA96903-374C-4E2D-BD82-91B1F0F7AE0E}" type="parTrans" cxnId="{C77C1838-F326-4FCA-849E-A77929B0D4E7}">
      <dgm:prSet/>
      <dgm:spPr/>
      <dgm:t>
        <a:bodyPr/>
        <a:lstStyle/>
        <a:p>
          <a:endParaRPr lang="en-US"/>
        </a:p>
      </dgm:t>
    </dgm:pt>
    <dgm:pt modelId="{8D3A95D1-1B88-4DA0-955B-BC68E924E5BD}" type="sibTrans" cxnId="{C77C1838-F326-4FCA-849E-A77929B0D4E7}">
      <dgm:prSet/>
      <dgm:spPr/>
      <dgm:t>
        <a:bodyPr/>
        <a:lstStyle/>
        <a:p>
          <a:endParaRPr lang="en-US"/>
        </a:p>
      </dgm:t>
    </dgm:pt>
    <dgm:pt modelId="{E58E60F7-8F4A-4E44-9713-0EEA0E4F7FBC}">
      <dgm:prSet/>
      <dgm:spPr/>
      <dgm:t>
        <a:bodyPr/>
        <a:lstStyle/>
        <a:p>
          <a:pPr>
            <a:lnSpc>
              <a:spcPct val="100000"/>
            </a:lnSpc>
            <a:defRPr cap="all"/>
          </a:pPr>
          <a:r>
            <a:rPr lang="en-SG"/>
            <a:t>Experimentation Design</a:t>
          </a:r>
          <a:endParaRPr lang="en-US"/>
        </a:p>
      </dgm:t>
    </dgm:pt>
    <dgm:pt modelId="{6994100C-507B-4152-A4C7-F3501C8EE357}" type="parTrans" cxnId="{FB15C9AD-DF62-4A2B-83CE-BADCDFBB1BB2}">
      <dgm:prSet/>
      <dgm:spPr/>
      <dgm:t>
        <a:bodyPr/>
        <a:lstStyle/>
        <a:p>
          <a:endParaRPr lang="en-US"/>
        </a:p>
      </dgm:t>
    </dgm:pt>
    <dgm:pt modelId="{4CB7B1CF-2924-4D76-BBF2-F1DA079B49CB}" type="sibTrans" cxnId="{FB15C9AD-DF62-4A2B-83CE-BADCDFBB1BB2}">
      <dgm:prSet/>
      <dgm:spPr/>
      <dgm:t>
        <a:bodyPr/>
        <a:lstStyle/>
        <a:p>
          <a:endParaRPr lang="en-US"/>
        </a:p>
      </dgm:t>
    </dgm:pt>
    <dgm:pt modelId="{7B2092FB-8351-4FBD-BBDA-B07738C6D0EB}">
      <dgm:prSet/>
      <dgm:spPr/>
      <dgm:t>
        <a:bodyPr/>
        <a:lstStyle/>
        <a:p>
          <a:pPr>
            <a:lnSpc>
              <a:spcPct val="100000"/>
            </a:lnSpc>
            <a:defRPr cap="all"/>
          </a:pPr>
          <a:r>
            <a:rPr lang="en-SG"/>
            <a:t>Clean Model Performance</a:t>
          </a:r>
          <a:endParaRPr lang="en-US"/>
        </a:p>
      </dgm:t>
    </dgm:pt>
    <dgm:pt modelId="{138AA622-1ED2-48F5-89D2-5DCDD834FBB5}" type="parTrans" cxnId="{FA02277E-E204-4E57-9BB8-E28E34706B21}">
      <dgm:prSet/>
      <dgm:spPr/>
      <dgm:t>
        <a:bodyPr/>
        <a:lstStyle/>
        <a:p>
          <a:endParaRPr lang="en-US"/>
        </a:p>
      </dgm:t>
    </dgm:pt>
    <dgm:pt modelId="{A1D9E16C-8FB5-43B9-8407-9C15F004EE4B}" type="sibTrans" cxnId="{FA02277E-E204-4E57-9BB8-E28E34706B21}">
      <dgm:prSet/>
      <dgm:spPr/>
      <dgm:t>
        <a:bodyPr/>
        <a:lstStyle/>
        <a:p>
          <a:endParaRPr lang="en-US"/>
        </a:p>
      </dgm:t>
    </dgm:pt>
    <dgm:pt modelId="{FF9DC88E-3DCF-49F4-9EC6-D67237AA5465}">
      <dgm:prSet/>
      <dgm:spPr/>
      <dgm:t>
        <a:bodyPr/>
        <a:lstStyle/>
        <a:p>
          <a:pPr>
            <a:lnSpc>
              <a:spcPct val="100000"/>
            </a:lnSpc>
            <a:defRPr cap="all"/>
          </a:pPr>
          <a:r>
            <a:rPr lang="en-US"/>
            <a:t>Pre-Class Vulnerability Analysis</a:t>
          </a:r>
        </a:p>
      </dgm:t>
    </dgm:pt>
    <dgm:pt modelId="{6733A430-FA01-497A-B3C8-1039BA64F099}" type="parTrans" cxnId="{83A37668-CC0C-4146-A119-D585C20FA07C}">
      <dgm:prSet/>
      <dgm:spPr/>
      <dgm:t>
        <a:bodyPr/>
        <a:lstStyle/>
        <a:p>
          <a:endParaRPr lang="en-US"/>
        </a:p>
      </dgm:t>
    </dgm:pt>
    <dgm:pt modelId="{5E18FD22-1A4B-4D22-BBE9-92AC12BFF811}" type="sibTrans" cxnId="{83A37668-CC0C-4146-A119-D585C20FA07C}">
      <dgm:prSet/>
      <dgm:spPr/>
      <dgm:t>
        <a:bodyPr/>
        <a:lstStyle/>
        <a:p>
          <a:endParaRPr lang="en-US"/>
        </a:p>
      </dgm:t>
    </dgm:pt>
    <dgm:pt modelId="{48142CE6-1C24-4C58-9594-879E2329D543}">
      <dgm:prSet/>
      <dgm:spPr/>
      <dgm:t>
        <a:bodyPr/>
        <a:lstStyle/>
        <a:p>
          <a:pPr>
            <a:lnSpc>
              <a:spcPct val="100000"/>
            </a:lnSpc>
            <a:defRPr cap="all"/>
          </a:pPr>
          <a:r>
            <a:rPr lang="en-SG"/>
            <a:t>Confusion Matrix Under Attack</a:t>
          </a:r>
          <a:endParaRPr lang="en-US"/>
        </a:p>
      </dgm:t>
    </dgm:pt>
    <dgm:pt modelId="{191281ED-9E5D-407E-8B25-905B2F755D87}" type="parTrans" cxnId="{FE24D74B-833A-4A51-99BB-63FF4EE4C5FC}">
      <dgm:prSet/>
      <dgm:spPr/>
      <dgm:t>
        <a:bodyPr/>
        <a:lstStyle/>
        <a:p>
          <a:endParaRPr lang="en-US"/>
        </a:p>
      </dgm:t>
    </dgm:pt>
    <dgm:pt modelId="{00C99978-B25C-4BCE-9F94-0A8621FEDC7B}" type="sibTrans" cxnId="{FE24D74B-833A-4A51-99BB-63FF4EE4C5FC}">
      <dgm:prSet/>
      <dgm:spPr/>
      <dgm:t>
        <a:bodyPr/>
        <a:lstStyle/>
        <a:p>
          <a:endParaRPr lang="en-US"/>
        </a:p>
      </dgm:t>
    </dgm:pt>
    <dgm:pt modelId="{085FBD30-DF12-1C44-A901-FABDF18D47DD}">
      <dgm:prSet phldrT="[Text]"/>
      <dgm:spPr/>
      <dgm:t>
        <a:bodyPr/>
        <a:lstStyle/>
        <a:p>
          <a:pPr>
            <a:lnSpc>
              <a:spcPct val="100000"/>
            </a:lnSpc>
            <a:defRPr cap="all"/>
          </a:pPr>
          <a:r>
            <a:rPr lang="en-GB"/>
            <a:t>Trustworthy AI &amp; Ethical Implications</a:t>
          </a:r>
        </a:p>
      </dgm:t>
    </dgm:pt>
    <dgm:pt modelId="{0854B9DB-EEF1-0B41-A67E-BCD96BC7BE68}" type="parTrans" cxnId="{B7B03C2C-24C7-3C49-8761-5651A22AB2B0}">
      <dgm:prSet/>
      <dgm:spPr/>
      <dgm:t>
        <a:bodyPr/>
        <a:lstStyle/>
        <a:p>
          <a:endParaRPr lang="en-GB"/>
        </a:p>
      </dgm:t>
    </dgm:pt>
    <dgm:pt modelId="{2850D6E3-7340-1047-9B1B-C84AC7A1E83B}" type="sibTrans" cxnId="{B7B03C2C-24C7-3C49-8761-5651A22AB2B0}">
      <dgm:prSet/>
      <dgm:spPr/>
      <dgm:t>
        <a:bodyPr/>
        <a:lstStyle/>
        <a:p>
          <a:endParaRPr lang="en-GB"/>
        </a:p>
      </dgm:t>
    </dgm:pt>
    <dgm:pt modelId="{4AEBB8BD-AA72-DF4E-86D0-5A980C35841B}">
      <dgm:prSet phldrT="[Text]"/>
      <dgm:spPr/>
      <dgm:t>
        <a:bodyPr/>
        <a:lstStyle/>
        <a:p>
          <a:pPr>
            <a:lnSpc>
              <a:spcPct val="100000"/>
            </a:lnSpc>
            <a:defRPr cap="all"/>
          </a:pPr>
          <a:r>
            <a:rPr lang="en-GB"/>
            <a:t>Reflection</a:t>
          </a:r>
        </a:p>
      </dgm:t>
    </dgm:pt>
    <dgm:pt modelId="{AE348AAC-7A55-3743-85B1-0E3F735057A0}" type="parTrans" cxnId="{8D02CAFE-93CB-6049-BEDE-CDCD4A429291}">
      <dgm:prSet/>
      <dgm:spPr/>
      <dgm:t>
        <a:bodyPr/>
        <a:lstStyle/>
        <a:p>
          <a:endParaRPr lang="en-GB"/>
        </a:p>
      </dgm:t>
    </dgm:pt>
    <dgm:pt modelId="{1A886F17-01BC-114A-B7D3-76D22CED84F8}" type="sibTrans" cxnId="{8D02CAFE-93CB-6049-BEDE-CDCD4A429291}">
      <dgm:prSet/>
      <dgm:spPr/>
      <dgm:t>
        <a:bodyPr/>
        <a:lstStyle/>
        <a:p>
          <a:endParaRPr lang="en-GB"/>
        </a:p>
      </dgm:t>
    </dgm:pt>
    <dgm:pt modelId="{C85D4DC1-EA78-C244-AB21-323C5ADBC664}">
      <dgm:prSet phldrT="[Text]"/>
      <dgm:spPr/>
      <dgm:t>
        <a:bodyPr/>
        <a:lstStyle/>
        <a:p>
          <a:pPr>
            <a:lnSpc>
              <a:spcPct val="100000"/>
            </a:lnSpc>
            <a:defRPr cap="all"/>
          </a:pPr>
          <a:r>
            <a:rPr lang="en-GB"/>
            <a:t>Dataset &amp; Pre-Processing</a:t>
          </a:r>
        </a:p>
      </dgm:t>
    </dgm:pt>
    <dgm:pt modelId="{3955B0DF-9D64-4F46-AEB4-833E215E859E}" type="parTrans" cxnId="{1101B5E4-3F41-7145-B8CF-7BB6CB44F739}">
      <dgm:prSet/>
      <dgm:spPr/>
      <dgm:t>
        <a:bodyPr/>
        <a:lstStyle/>
        <a:p>
          <a:endParaRPr lang="en-GB"/>
        </a:p>
      </dgm:t>
    </dgm:pt>
    <dgm:pt modelId="{B10C7FFA-DA7D-7D4C-9758-4658889F9884}" type="sibTrans" cxnId="{1101B5E4-3F41-7145-B8CF-7BB6CB44F739}">
      <dgm:prSet/>
      <dgm:spPr/>
      <dgm:t>
        <a:bodyPr/>
        <a:lstStyle/>
        <a:p>
          <a:endParaRPr lang="en-GB"/>
        </a:p>
      </dgm:t>
    </dgm:pt>
    <dgm:pt modelId="{23D46EEC-4BD9-8543-9EFD-53FE2CA1C61C}">
      <dgm:prSet phldrT="[Text]"/>
      <dgm:spPr/>
      <dgm:t>
        <a:bodyPr/>
        <a:lstStyle/>
        <a:p>
          <a:pPr>
            <a:lnSpc>
              <a:spcPct val="100000"/>
            </a:lnSpc>
            <a:defRPr cap="all"/>
          </a:pPr>
          <a:r>
            <a:rPr lang="en-GB"/>
            <a:t>Model Architecture &amp; Training</a:t>
          </a:r>
        </a:p>
      </dgm:t>
    </dgm:pt>
    <dgm:pt modelId="{20F4380F-A5B0-4C40-85D9-D9C861D58A01}" type="parTrans" cxnId="{48819168-5666-AC4B-AAEE-72D5903E3B99}">
      <dgm:prSet/>
      <dgm:spPr/>
      <dgm:t>
        <a:bodyPr/>
        <a:lstStyle/>
        <a:p>
          <a:endParaRPr lang="en-GB"/>
        </a:p>
      </dgm:t>
    </dgm:pt>
    <dgm:pt modelId="{04190476-F3ED-CF49-8F57-004FECBA5A2E}" type="sibTrans" cxnId="{48819168-5666-AC4B-AAEE-72D5903E3B99}">
      <dgm:prSet/>
      <dgm:spPr/>
      <dgm:t>
        <a:bodyPr/>
        <a:lstStyle/>
        <a:p>
          <a:endParaRPr lang="en-GB"/>
        </a:p>
      </dgm:t>
    </dgm:pt>
    <dgm:pt modelId="{657F39AD-D477-9349-AC67-D206BA28DE41}">
      <dgm:prSet phldrT="[Text]"/>
      <dgm:spPr/>
      <dgm:t>
        <a:bodyPr/>
        <a:lstStyle/>
        <a:p>
          <a:pPr>
            <a:lnSpc>
              <a:spcPct val="100000"/>
            </a:lnSpc>
            <a:defRPr cap="all"/>
          </a:pPr>
          <a:r>
            <a:rPr lang="en-GB"/>
            <a:t>Confidence Analysis</a:t>
          </a:r>
        </a:p>
      </dgm:t>
    </dgm:pt>
    <dgm:pt modelId="{64CF8978-563A-9947-B018-2A0A45DC9107}" type="parTrans" cxnId="{39D3F574-51D0-1C4A-92FE-D99844EB7569}">
      <dgm:prSet/>
      <dgm:spPr/>
      <dgm:t>
        <a:bodyPr/>
        <a:lstStyle/>
        <a:p>
          <a:endParaRPr lang="en-GB"/>
        </a:p>
      </dgm:t>
    </dgm:pt>
    <dgm:pt modelId="{0D5CD832-413F-1A47-B3CD-1005E6A87D3F}" type="sibTrans" cxnId="{39D3F574-51D0-1C4A-92FE-D99844EB7569}">
      <dgm:prSet/>
      <dgm:spPr/>
      <dgm:t>
        <a:bodyPr/>
        <a:lstStyle/>
        <a:p>
          <a:endParaRPr lang="en-GB"/>
        </a:p>
      </dgm:t>
    </dgm:pt>
    <dgm:pt modelId="{6BE5F163-9C98-C245-A42B-D99A7DCB6680}">
      <dgm:prSet phldrT="[Text]"/>
      <dgm:spPr/>
      <dgm:t>
        <a:bodyPr/>
        <a:lstStyle/>
        <a:p>
          <a:pPr>
            <a:lnSpc>
              <a:spcPct val="100000"/>
            </a:lnSpc>
            <a:defRPr cap="all"/>
          </a:pPr>
          <a:r>
            <a:rPr lang="en-GB"/>
            <a:t>Conclusion</a:t>
          </a:r>
        </a:p>
      </dgm:t>
    </dgm:pt>
    <dgm:pt modelId="{F9774CC9-F598-AD40-9DC1-EE87D42A9BAF}" type="parTrans" cxnId="{BB177319-C16B-9B43-97FD-92B8DC548679}">
      <dgm:prSet/>
      <dgm:spPr/>
      <dgm:t>
        <a:bodyPr/>
        <a:lstStyle/>
        <a:p>
          <a:endParaRPr lang="en-GB"/>
        </a:p>
      </dgm:t>
    </dgm:pt>
    <dgm:pt modelId="{1D9D3ED7-2345-CC4C-953E-C3A827468593}" type="sibTrans" cxnId="{BB177319-C16B-9B43-97FD-92B8DC548679}">
      <dgm:prSet/>
      <dgm:spPr/>
      <dgm:t>
        <a:bodyPr/>
        <a:lstStyle/>
        <a:p>
          <a:endParaRPr lang="en-GB"/>
        </a:p>
      </dgm:t>
    </dgm:pt>
    <dgm:pt modelId="{DF5A369D-742B-40BC-96CF-55FF5B623D1F}" type="pres">
      <dgm:prSet presAssocID="{65FCB312-5193-4B72-8FB8-D9FD9A39D437}" presName="root" presStyleCnt="0">
        <dgm:presLayoutVars>
          <dgm:dir/>
          <dgm:resizeHandles val="exact"/>
        </dgm:presLayoutVars>
      </dgm:prSet>
      <dgm:spPr/>
    </dgm:pt>
    <dgm:pt modelId="{FC1B33F2-6F44-4B33-94A3-3E08DBB7E81C}" type="pres">
      <dgm:prSet presAssocID="{9D694AC9-4F66-4687-8BF8-16833B5249A9}" presName="compNode" presStyleCnt="0"/>
      <dgm:spPr/>
    </dgm:pt>
    <dgm:pt modelId="{402E8F18-52E9-42B8-AFED-C81D9B4FE84E}" type="pres">
      <dgm:prSet presAssocID="{9D694AC9-4F66-4687-8BF8-16833B5249A9}" presName="iconBgRect" presStyleLbl="bgShp" presStyleIdx="0" presStyleCnt="12"/>
      <dgm:spPr/>
    </dgm:pt>
    <dgm:pt modelId="{17D37321-FC87-43AF-83EE-2509036325AD}" type="pres">
      <dgm:prSet presAssocID="{9D694AC9-4F66-4687-8BF8-16833B5249A9}" presName="iconRect" presStyleLbl="node1" presStyleIdx="0" presStyleCnt="1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Target Audience"/>
        </a:ext>
      </dgm:extLst>
    </dgm:pt>
    <dgm:pt modelId="{F4EE7B47-A3F3-49DF-98EE-0F068DF4282B}" type="pres">
      <dgm:prSet presAssocID="{9D694AC9-4F66-4687-8BF8-16833B5249A9}" presName="spaceRect" presStyleCnt="0"/>
      <dgm:spPr/>
    </dgm:pt>
    <dgm:pt modelId="{3FEC7901-22A0-4C69-93B9-FBC62FC1F758}" type="pres">
      <dgm:prSet presAssocID="{9D694AC9-4F66-4687-8BF8-16833B5249A9}" presName="textRect" presStyleLbl="revTx" presStyleIdx="0" presStyleCnt="12">
        <dgm:presLayoutVars>
          <dgm:chMax val="1"/>
          <dgm:chPref val="1"/>
        </dgm:presLayoutVars>
      </dgm:prSet>
      <dgm:spPr/>
    </dgm:pt>
    <dgm:pt modelId="{712F575F-DDBA-4925-8F43-2B12728CC0B5}" type="pres">
      <dgm:prSet presAssocID="{780054A4-D462-4A5B-89B7-B2D7BFA853EE}" presName="sibTrans" presStyleCnt="0"/>
      <dgm:spPr/>
    </dgm:pt>
    <dgm:pt modelId="{CEAA10C7-D406-47F6-BE15-DD37FB0233F1}" type="pres">
      <dgm:prSet presAssocID="{7DEC8766-85EF-4DE0-9230-BCA2D4465D69}" presName="compNode" presStyleCnt="0"/>
      <dgm:spPr/>
    </dgm:pt>
    <dgm:pt modelId="{46C4D88B-5110-44ED-BF83-94BEB2C28375}" type="pres">
      <dgm:prSet presAssocID="{7DEC8766-85EF-4DE0-9230-BCA2D4465D69}" presName="iconBgRect" presStyleLbl="bgShp" presStyleIdx="1" presStyleCnt="12"/>
      <dgm:spPr/>
    </dgm:pt>
    <dgm:pt modelId="{2491E982-6E14-4845-ABEA-3992D0500024}" type="pres">
      <dgm:prSet presAssocID="{7DEC8766-85EF-4DE0-9230-BCA2D4465D69}" presName="iconRect" presStyleLbl="node1" presStyleIdx="1" presStyleCnt="1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Workflow"/>
        </a:ext>
      </dgm:extLst>
    </dgm:pt>
    <dgm:pt modelId="{E5801AB2-CD31-49EB-9CF8-AC2B3580B4C8}" type="pres">
      <dgm:prSet presAssocID="{7DEC8766-85EF-4DE0-9230-BCA2D4465D69}" presName="spaceRect" presStyleCnt="0"/>
      <dgm:spPr/>
    </dgm:pt>
    <dgm:pt modelId="{82DD630C-23A6-491A-AC1C-970EF6F17589}" type="pres">
      <dgm:prSet presAssocID="{7DEC8766-85EF-4DE0-9230-BCA2D4465D69}" presName="textRect" presStyleLbl="revTx" presStyleIdx="1" presStyleCnt="12">
        <dgm:presLayoutVars>
          <dgm:chMax val="1"/>
          <dgm:chPref val="1"/>
        </dgm:presLayoutVars>
      </dgm:prSet>
      <dgm:spPr/>
    </dgm:pt>
    <dgm:pt modelId="{BFC21744-227C-4520-BE90-F7EE52DCE291}" type="pres">
      <dgm:prSet presAssocID="{8D3A95D1-1B88-4DA0-955B-BC68E924E5BD}" presName="sibTrans" presStyleCnt="0"/>
      <dgm:spPr/>
    </dgm:pt>
    <dgm:pt modelId="{C7F8F592-7401-F74B-BB93-25FBCF9D893C}" type="pres">
      <dgm:prSet presAssocID="{C85D4DC1-EA78-C244-AB21-323C5ADBC664}" presName="compNode" presStyleCnt="0"/>
      <dgm:spPr/>
    </dgm:pt>
    <dgm:pt modelId="{D11D5683-05A6-344C-8E8B-C89B5CA56F2A}" type="pres">
      <dgm:prSet presAssocID="{C85D4DC1-EA78-C244-AB21-323C5ADBC664}" presName="iconBgRect" presStyleLbl="bgShp" presStyleIdx="2" presStyleCnt="12"/>
      <dgm:spPr/>
    </dgm:pt>
    <dgm:pt modelId="{23C12FC2-7823-4145-8E1A-1FAED23AAA58}" type="pres">
      <dgm:prSet presAssocID="{C85D4DC1-EA78-C244-AB21-323C5ADBC664}" presName="iconRect" presStyleLbl="node1" presStyleIdx="2" presStyleCnt="12"/>
      <dgm:spPr/>
    </dgm:pt>
    <dgm:pt modelId="{A1FF9A5A-0FAB-E145-8475-9DF345E019B1}" type="pres">
      <dgm:prSet presAssocID="{C85D4DC1-EA78-C244-AB21-323C5ADBC664}" presName="spaceRect" presStyleCnt="0"/>
      <dgm:spPr/>
    </dgm:pt>
    <dgm:pt modelId="{FFAC3B31-01DE-5642-B02D-9F256012A8E6}" type="pres">
      <dgm:prSet presAssocID="{C85D4DC1-EA78-C244-AB21-323C5ADBC664}" presName="textRect" presStyleLbl="revTx" presStyleIdx="2" presStyleCnt="12">
        <dgm:presLayoutVars>
          <dgm:chMax val="1"/>
          <dgm:chPref val="1"/>
        </dgm:presLayoutVars>
      </dgm:prSet>
      <dgm:spPr/>
    </dgm:pt>
    <dgm:pt modelId="{79697365-2465-BC47-9E3B-87720ADC8A51}" type="pres">
      <dgm:prSet presAssocID="{B10C7FFA-DA7D-7D4C-9758-4658889F9884}" presName="sibTrans" presStyleCnt="0"/>
      <dgm:spPr/>
    </dgm:pt>
    <dgm:pt modelId="{89ACC0A2-86B4-B546-8A92-A25B073252E9}" type="pres">
      <dgm:prSet presAssocID="{23D46EEC-4BD9-8543-9EFD-53FE2CA1C61C}" presName="compNode" presStyleCnt="0"/>
      <dgm:spPr/>
    </dgm:pt>
    <dgm:pt modelId="{3BC3FC35-B85A-9A4F-B9E5-57772E998D6E}" type="pres">
      <dgm:prSet presAssocID="{23D46EEC-4BD9-8543-9EFD-53FE2CA1C61C}" presName="iconBgRect" presStyleLbl="bgShp" presStyleIdx="3" presStyleCnt="12"/>
      <dgm:spPr/>
    </dgm:pt>
    <dgm:pt modelId="{2152A067-14AE-D246-8AC5-512A2879DB48}" type="pres">
      <dgm:prSet presAssocID="{23D46EEC-4BD9-8543-9EFD-53FE2CA1C61C}" presName="iconRect" presStyleLbl="node1" presStyleIdx="3" presStyleCnt="12"/>
      <dgm:spPr/>
    </dgm:pt>
    <dgm:pt modelId="{CAD5E99D-C296-0345-9B96-AA08B0147043}" type="pres">
      <dgm:prSet presAssocID="{23D46EEC-4BD9-8543-9EFD-53FE2CA1C61C}" presName="spaceRect" presStyleCnt="0"/>
      <dgm:spPr/>
    </dgm:pt>
    <dgm:pt modelId="{425057F7-1205-D240-8F4A-7FE1D9985D04}" type="pres">
      <dgm:prSet presAssocID="{23D46EEC-4BD9-8543-9EFD-53FE2CA1C61C}" presName="textRect" presStyleLbl="revTx" presStyleIdx="3" presStyleCnt="12">
        <dgm:presLayoutVars>
          <dgm:chMax val="1"/>
          <dgm:chPref val="1"/>
        </dgm:presLayoutVars>
      </dgm:prSet>
      <dgm:spPr/>
    </dgm:pt>
    <dgm:pt modelId="{45E6790F-874F-4344-AC45-E4BBE84B6A58}" type="pres">
      <dgm:prSet presAssocID="{04190476-F3ED-CF49-8F57-004FECBA5A2E}" presName="sibTrans" presStyleCnt="0"/>
      <dgm:spPr/>
    </dgm:pt>
    <dgm:pt modelId="{B3681708-6446-4E08-A662-5FBCA21AFC12}" type="pres">
      <dgm:prSet presAssocID="{7B2092FB-8351-4FBD-BBDA-B07738C6D0EB}" presName="compNode" presStyleCnt="0"/>
      <dgm:spPr/>
    </dgm:pt>
    <dgm:pt modelId="{CD537295-7320-41A5-86B6-D34F6F6BD2F7}" type="pres">
      <dgm:prSet presAssocID="{7B2092FB-8351-4FBD-BBDA-B07738C6D0EB}" presName="iconBgRect" presStyleLbl="bgShp" presStyleIdx="4" presStyleCnt="12"/>
      <dgm:spPr/>
    </dgm:pt>
    <dgm:pt modelId="{7191049A-1703-4B1C-A00E-4DBBD31DCA3E}" type="pres">
      <dgm:prSet presAssocID="{7B2092FB-8351-4FBD-BBDA-B07738C6D0EB}" presName="iconRect" presStyleLbl="node1" presStyleIdx="4" presStyleCnt="1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ick"/>
        </a:ext>
      </dgm:extLst>
    </dgm:pt>
    <dgm:pt modelId="{60C62D46-03C7-40C9-9F6A-19C773E89121}" type="pres">
      <dgm:prSet presAssocID="{7B2092FB-8351-4FBD-BBDA-B07738C6D0EB}" presName="spaceRect" presStyleCnt="0"/>
      <dgm:spPr/>
    </dgm:pt>
    <dgm:pt modelId="{5B5D0FDB-65A0-49C8-9054-3A9DDC75E425}" type="pres">
      <dgm:prSet presAssocID="{7B2092FB-8351-4FBD-BBDA-B07738C6D0EB}" presName="textRect" presStyleLbl="revTx" presStyleIdx="4" presStyleCnt="12">
        <dgm:presLayoutVars>
          <dgm:chMax val="1"/>
          <dgm:chPref val="1"/>
        </dgm:presLayoutVars>
      </dgm:prSet>
      <dgm:spPr/>
    </dgm:pt>
    <dgm:pt modelId="{EA201C00-11C3-4971-A2FE-F06C3DFC1F63}" type="pres">
      <dgm:prSet presAssocID="{A1D9E16C-8FB5-43B9-8407-9C15F004EE4B}" presName="sibTrans" presStyleCnt="0"/>
      <dgm:spPr/>
    </dgm:pt>
    <dgm:pt modelId="{F14DF697-5836-4481-8920-452CF07C53B9}" type="pres">
      <dgm:prSet presAssocID="{E58E60F7-8F4A-4E44-9713-0EEA0E4F7FBC}" presName="compNode" presStyleCnt="0"/>
      <dgm:spPr/>
    </dgm:pt>
    <dgm:pt modelId="{65015B51-02D4-4BBD-8E73-726A5128217F}" type="pres">
      <dgm:prSet presAssocID="{E58E60F7-8F4A-4E44-9713-0EEA0E4F7FBC}" presName="iconBgRect" presStyleLbl="bgShp" presStyleIdx="5" presStyleCnt="12"/>
      <dgm:spPr/>
    </dgm:pt>
    <dgm:pt modelId="{3CF614DA-ECB7-4437-91CC-A6D60D54792A}" type="pres">
      <dgm:prSet presAssocID="{E58E60F7-8F4A-4E44-9713-0EEA0E4F7FBC}" presName="iconRect" presStyleLbl="node1" presStyleIdx="5" presStyleCnt="1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ask"/>
        </a:ext>
      </dgm:extLst>
    </dgm:pt>
    <dgm:pt modelId="{7A976CB1-7808-400F-BB1D-8BED001D5AC2}" type="pres">
      <dgm:prSet presAssocID="{E58E60F7-8F4A-4E44-9713-0EEA0E4F7FBC}" presName="spaceRect" presStyleCnt="0"/>
      <dgm:spPr/>
    </dgm:pt>
    <dgm:pt modelId="{268C5577-506D-42B5-91A5-50C3D3E5D37C}" type="pres">
      <dgm:prSet presAssocID="{E58E60F7-8F4A-4E44-9713-0EEA0E4F7FBC}" presName="textRect" presStyleLbl="revTx" presStyleIdx="5" presStyleCnt="12">
        <dgm:presLayoutVars>
          <dgm:chMax val="1"/>
          <dgm:chPref val="1"/>
        </dgm:presLayoutVars>
      </dgm:prSet>
      <dgm:spPr/>
    </dgm:pt>
    <dgm:pt modelId="{93599115-7172-44C2-A617-23732CDB661F}" type="pres">
      <dgm:prSet presAssocID="{4CB7B1CF-2924-4D76-BBF2-F1DA079B49CB}" presName="sibTrans" presStyleCnt="0"/>
      <dgm:spPr/>
    </dgm:pt>
    <dgm:pt modelId="{A8EDD365-55B6-44BC-AE59-64575A88282F}" type="pres">
      <dgm:prSet presAssocID="{FF9DC88E-3DCF-49F4-9EC6-D67237AA5465}" presName="compNode" presStyleCnt="0"/>
      <dgm:spPr/>
    </dgm:pt>
    <dgm:pt modelId="{658E7E74-3EC5-485B-BA3E-95495FF48A5C}" type="pres">
      <dgm:prSet presAssocID="{FF9DC88E-3DCF-49F4-9EC6-D67237AA5465}" presName="iconBgRect" presStyleLbl="bgShp" presStyleIdx="6" presStyleCnt="12"/>
      <dgm:spPr/>
    </dgm:pt>
    <dgm:pt modelId="{9415BBBD-F6FB-4D47-9F4B-386216662EB4}" type="pres">
      <dgm:prSet presAssocID="{FF9DC88E-3DCF-49F4-9EC6-D67237AA5465}" presName="iconRect" presStyleLbl="node1" presStyleIdx="6" presStyleCnt="1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Bar chart"/>
        </a:ext>
      </dgm:extLst>
    </dgm:pt>
    <dgm:pt modelId="{AA56C9B6-15AC-4672-AE11-DE1931A8885A}" type="pres">
      <dgm:prSet presAssocID="{FF9DC88E-3DCF-49F4-9EC6-D67237AA5465}" presName="spaceRect" presStyleCnt="0"/>
      <dgm:spPr/>
    </dgm:pt>
    <dgm:pt modelId="{34D746A5-F9A3-4E77-BB54-ED51E36A36DD}" type="pres">
      <dgm:prSet presAssocID="{FF9DC88E-3DCF-49F4-9EC6-D67237AA5465}" presName="textRect" presStyleLbl="revTx" presStyleIdx="6" presStyleCnt="12">
        <dgm:presLayoutVars>
          <dgm:chMax val="1"/>
          <dgm:chPref val="1"/>
        </dgm:presLayoutVars>
      </dgm:prSet>
      <dgm:spPr/>
    </dgm:pt>
    <dgm:pt modelId="{C287A2BB-2132-4889-85BF-BCCC3F305C04}" type="pres">
      <dgm:prSet presAssocID="{5E18FD22-1A4B-4D22-BBE9-92AC12BFF811}" presName="sibTrans" presStyleCnt="0"/>
      <dgm:spPr/>
    </dgm:pt>
    <dgm:pt modelId="{768DBE58-A94A-4DDD-822A-CD77568C87B3}" type="pres">
      <dgm:prSet presAssocID="{48142CE6-1C24-4C58-9594-879E2329D543}" presName="compNode" presStyleCnt="0"/>
      <dgm:spPr/>
    </dgm:pt>
    <dgm:pt modelId="{4B346372-E547-41CA-897B-9DDB38F6EEE6}" type="pres">
      <dgm:prSet presAssocID="{48142CE6-1C24-4C58-9594-879E2329D543}" presName="iconBgRect" presStyleLbl="bgShp" presStyleIdx="7" presStyleCnt="12"/>
      <dgm:spPr/>
    </dgm:pt>
    <dgm:pt modelId="{9D1665B0-777E-4642-9A5F-148D4471D898}" type="pres">
      <dgm:prSet presAssocID="{48142CE6-1C24-4C58-9594-879E2329D543}" presName="iconRect" presStyleLbl="node1" presStyleIdx="7" presStyleCnt="1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ecurity Camera Sign"/>
        </a:ext>
      </dgm:extLst>
    </dgm:pt>
    <dgm:pt modelId="{07302525-2A7D-4B8B-BF7C-46DEF5A403C8}" type="pres">
      <dgm:prSet presAssocID="{48142CE6-1C24-4C58-9594-879E2329D543}" presName="spaceRect" presStyleCnt="0"/>
      <dgm:spPr/>
    </dgm:pt>
    <dgm:pt modelId="{169347D9-39FD-4584-9089-8555E0BC11E9}" type="pres">
      <dgm:prSet presAssocID="{48142CE6-1C24-4C58-9594-879E2329D543}" presName="textRect" presStyleLbl="revTx" presStyleIdx="7" presStyleCnt="12">
        <dgm:presLayoutVars>
          <dgm:chMax val="1"/>
          <dgm:chPref val="1"/>
        </dgm:presLayoutVars>
      </dgm:prSet>
      <dgm:spPr/>
    </dgm:pt>
    <dgm:pt modelId="{EE8B70F9-2534-431E-9604-883B95B89216}" type="pres">
      <dgm:prSet presAssocID="{00C99978-B25C-4BCE-9F94-0A8621FEDC7B}" presName="sibTrans" presStyleCnt="0"/>
      <dgm:spPr/>
    </dgm:pt>
    <dgm:pt modelId="{21355694-D48F-4941-93B3-8EF9A1BD3665}" type="pres">
      <dgm:prSet presAssocID="{657F39AD-D477-9349-AC67-D206BA28DE41}" presName="compNode" presStyleCnt="0"/>
      <dgm:spPr/>
    </dgm:pt>
    <dgm:pt modelId="{A05B4175-C830-D24E-AF86-71070874DCF1}" type="pres">
      <dgm:prSet presAssocID="{657F39AD-D477-9349-AC67-D206BA28DE41}" presName="iconBgRect" presStyleLbl="bgShp" presStyleIdx="8" presStyleCnt="12"/>
      <dgm:spPr/>
    </dgm:pt>
    <dgm:pt modelId="{5FA615C5-8CB4-EE4E-AD13-07291BB87A62}" type="pres">
      <dgm:prSet presAssocID="{657F39AD-D477-9349-AC67-D206BA28DE41}" presName="iconRect" presStyleLbl="node1" presStyleIdx="8" presStyleCnt="12"/>
      <dgm:spPr/>
    </dgm:pt>
    <dgm:pt modelId="{9C9D6641-EFD7-C04E-969C-19FE8772EAA2}" type="pres">
      <dgm:prSet presAssocID="{657F39AD-D477-9349-AC67-D206BA28DE41}" presName="spaceRect" presStyleCnt="0"/>
      <dgm:spPr/>
    </dgm:pt>
    <dgm:pt modelId="{37029447-B5A1-F341-BF12-2E4B83BBA148}" type="pres">
      <dgm:prSet presAssocID="{657F39AD-D477-9349-AC67-D206BA28DE41}" presName="textRect" presStyleLbl="revTx" presStyleIdx="8" presStyleCnt="12">
        <dgm:presLayoutVars>
          <dgm:chMax val="1"/>
          <dgm:chPref val="1"/>
        </dgm:presLayoutVars>
      </dgm:prSet>
      <dgm:spPr/>
    </dgm:pt>
    <dgm:pt modelId="{1F4A6E7D-CD22-CF4D-B28C-5DF24A930F97}" type="pres">
      <dgm:prSet presAssocID="{0D5CD832-413F-1A47-B3CD-1005E6A87D3F}" presName="sibTrans" presStyleCnt="0"/>
      <dgm:spPr/>
    </dgm:pt>
    <dgm:pt modelId="{304DF6F6-CA34-4889-A4FC-719802AD69DF}" type="pres">
      <dgm:prSet presAssocID="{085FBD30-DF12-1C44-A901-FABDF18D47DD}" presName="compNode" presStyleCnt="0"/>
      <dgm:spPr/>
    </dgm:pt>
    <dgm:pt modelId="{9DF68074-DEAA-40D3-8EFB-BDFF7F0CDC71}" type="pres">
      <dgm:prSet presAssocID="{085FBD30-DF12-1C44-A901-FABDF18D47DD}" presName="iconBgRect" presStyleLbl="bgShp" presStyleIdx="9" presStyleCnt="12"/>
      <dgm:spPr/>
    </dgm:pt>
    <dgm:pt modelId="{A617D382-D39F-417C-8129-466D980F6E77}" type="pres">
      <dgm:prSet presAssocID="{085FBD30-DF12-1C44-A901-FABDF18D47DD}" presName="iconRect" presStyleLbl="node1" presStyleIdx="9" presStyleCnt="1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Scales of Justice"/>
        </a:ext>
      </dgm:extLst>
    </dgm:pt>
    <dgm:pt modelId="{36F95993-688D-485C-86AA-ECC2B14BF51B}" type="pres">
      <dgm:prSet presAssocID="{085FBD30-DF12-1C44-A901-FABDF18D47DD}" presName="spaceRect" presStyleCnt="0"/>
      <dgm:spPr/>
    </dgm:pt>
    <dgm:pt modelId="{B2FFFDCD-E63C-4F32-A669-3ACC19BB49F4}" type="pres">
      <dgm:prSet presAssocID="{085FBD30-DF12-1C44-A901-FABDF18D47DD}" presName="textRect" presStyleLbl="revTx" presStyleIdx="9" presStyleCnt="12">
        <dgm:presLayoutVars>
          <dgm:chMax val="1"/>
          <dgm:chPref val="1"/>
        </dgm:presLayoutVars>
      </dgm:prSet>
      <dgm:spPr/>
    </dgm:pt>
    <dgm:pt modelId="{BD6E908C-69F8-4081-BB5C-926E4A7E8233}" type="pres">
      <dgm:prSet presAssocID="{2850D6E3-7340-1047-9B1B-C84AC7A1E83B}" presName="sibTrans" presStyleCnt="0"/>
      <dgm:spPr/>
    </dgm:pt>
    <dgm:pt modelId="{9D078366-22D9-4B4F-9832-3CCBB61D286E}" type="pres">
      <dgm:prSet presAssocID="{6BE5F163-9C98-C245-A42B-D99A7DCB6680}" presName="compNode" presStyleCnt="0"/>
      <dgm:spPr/>
    </dgm:pt>
    <dgm:pt modelId="{DF83B31A-5B60-F94C-9AD7-8BA80F03212C}" type="pres">
      <dgm:prSet presAssocID="{6BE5F163-9C98-C245-A42B-D99A7DCB6680}" presName="iconBgRect" presStyleLbl="bgShp" presStyleIdx="10" presStyleCnt="12"/>
      <dgm:spPr/>
    </dgm:pt>
    <dgm:pt modelId="{935619E7-C931-9643-827D-6E67873D1829}" type="pres">
      <dgm:prSet presAssocID="{6BE5F163-9C98-C245-A42B-D99A7DCB6680}" presName="iconRect" presStyleLbl="node1" presStyleIdx="10" presStyleCnt="12"/>
      <dgm:spPr/>
    </dgm:pt>
    <dgm:pt modelId="{23AB0250-8D96-E94A-AC63-E431B5103DCF}" type="pres">
      <dgm:prSet presAssocID="{6BE5F163-9C98-C245-A42B-D99A7DCB6680}" presName="spaceRect" presStyleCnt="0"/>
      <dgm:spPr/>
    </dgm:pt>
    <dgm:pt modelId="{E233AB8C-85E6-E749-9666-76C857495294}" type="pres">
      <dgm:prSet presAssocID="{6BE5F163-9C98-C245-A42B-D99A7DCB6680}" presName="textRect" presStyleLbl="revTx" presStyleIdx="10" presStyleCnt="12">
        <dgm:presLayoutVars>
          <dgm:chMax val="1"/>
          <dgm:chPref val="1"/>
        </dgm:presLayoutVars>
      </dgm:prSet>
      <dgm:spPr/>
    </dgm:pt>
    <dgm:pt modelId="{1580926C-8814-3C48-B073-085EFFA39644}" type="pres">
      <dgm:prSet presAssocID="{1D9D3ED7-2345-CC4C-953E-C3A827468593}" presName="sibTrans" presStyleCnt="0"/>
      <dgm:spPr/>
    </dgm:pt>
    <dgm:pt modelId="{EF88DFDE-D0C7-4AE9-B82D-6FE363BF8DD6}" type="pres">
      <dgm:prSet presAssocID="{4AEBB8BD-AA72-DF4E-86D0-5A980C35841B}" presName="compNode" presStyleCnt="0"/>
      <dgm:spPr/>
    </dgm:pt>
    <dgm:pt modelId="{C4602C48-7F5D-4692-BA42-5F0D6DFFC7B4}" type="pres">
      <dgm:prSet presAssocID="{4AEBB8BD-AA72-DF4E-86D0-5A980C35841B}" presName="iconBgRect" presStyleLbl="bgShp" presStyleIdx="11" presStyleCnt="12"/>
      <dgm:spPr/>
    </dgm:pt>
    <dgm:pt modelId="{5159A61F-EAAF-4921-83DC-F8E0A0CA363A}" type="pres">
      <dgm:prSet presAssocID="{4AEBB8BD-AA72-DF4E-86D0-5A980C35841B}" presName="iconRect" presStyleLbl="node1" presStyleIdx="11" presStyleCnt="1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Thought bubble"/>
        </a:ext>
      </dgm:extLst>
    </dgm:pt>
    <dgm:pt modelId="{F90C285A-8538-4404-9F62-EB6483229A06}" type="pres">
      <dgm:prSet presAssocID="{4AEBB8BD-AA72-DF4E-86D0-5A980C35841B}" presName="spaceRect" presStyleCnt="0"/>
      <dgm:spPr/>
    </dgm:pt>
    <dgm:pt modelId="{459F6A0F-5774-4882-A425-62CAF6F3760B}" type="pres">
      <dgm:prSet presAssocID="{4AEBB8BD-AA72-DF4E-86D0-5A980C35841B}" presName="textRect" presStyleLbl="revTx" presStyleIdx="11" presStyleCnt="12">
        <dgm:presLayoutVars>
          <dgm:chMax val="1"/>
          <dgm:chPref val="1"/>
        </dgm:presLayoutVars>
      </dgm:prSet>
      <dgm:spPr/>
    </dgm:pt>
  </dgm:ptLst>
  <dgm:cxnLst>
    <dgm:cxn modelId="{C4B03E18-BA57-9F48-9DA0-3463C21F50EE}" type="presOf" srcId="{7DEC8766-85EF-4DE0-9230-BCA2D4465D69}" destId="{82DD630C-23A6-491A-AC1C-970EF6F17589}" srcOrd="0" destOrd="0" presId="urn:microsoft.com/office/officeart/2018/5/layout/IconCircleLabelList"/>
    <dgm:cxn modelId="{BB177319-C16B-9B43-97FD-92B8DC548679}" srcId="{65FCB312-5193-4B72-8FB8-D9FD9A39D437}" destId="{6BE5F163-9C98-C245-A42B-D99A7DCB6680}" srcOrd="10" destOrd="0" parTransId="{F9774CC9-F598-AD40-9DC1-EE87D42A9BAF}" sibTransId="{1D9D3ED7-2345-CC4C-953E-C3A827468593}"/>
    <dgm:cxn modelId="{B93AB925-9551-7945-B638-772BADF43996}" type="presOf" srcId="{C85D4DC1-EA78-C244-AB21-323C5ADBC664}" destId="{FFAC3B31-01DE-5642-B02D-9F256012A8E6}" srcOrd="0" destOrd="0" presId="urn:microsoft.com/office/officeart/2018/5/layout/IconCircleLabelList"/>
    <dgm:cxn modelId="{B7B03C2C-24C7-3C49-8761-5651A22AB2B0}" srcId="{65FCB312-5193-4B72-8FB8-D9FD9A39D437}" destId="{085FBD30-DF12-1C44-A901-FABDF18D47DD}" srcOrd="9" destOrd="0" parTransId="{0854B9DB-EEF1-0B41-A67E-BCD96BC7BE68}" sibTransId="{2850D6E3-7340-1047-9B1B-C84AC7A1E83B}"/>
    <dgm:cxn modelId="{C77C1838-F326-4FCA-849E-A77929B0D4E7}" srcId="{65FCB312-5193-4B72-8FB8-D9FD9A39D437}" destId="{7DEC8766-85EF-4DE0-9230-BCA2D4465D69}" srcOrd="1" destOrd="0" parTransId="{BCA96903-374C-4E2D-BD82-91B1F0F7AE0E}" sibTransId="{8D3A95D1-1B88-4DA0-955B-BC68E924E5BD}"/>
    <dgm:cxn modelId="{3CF0583F-B0F3-4A60-8D28-1A4E4D94EA0F}" srcId="{65FCB312-5193-4B72-8FB8-D9FD9A39D437}" destId="{9D694AC9-4F66-4687-8BF8-16833B5249A9}" srcOrd="0" destOrd="0" parTransId="{26BB8456-754B-47E4-A3B0-5C2583F73CC2}" sibTransId="{780054A4-D462-4A5B-89B7-B2D7BFA853EE}"/>
    <dgm:cxn modelId="{438BAD43-B69D-D44C-A088-D7998C766D41}" type="presOf" srcId="{65FCB312-5193-4B72-8FB8-D9FD9A39D437}" destId="{DF5A369D-742B-40BC-96CF-55FF5B623D1F}" srcOrd="0" destOrd="0" presId="urn:microsoft.com/office/officeart/2018/5/layout/IconCircleLabelList"/>
    <dgm:cxn modelId="{A9D83765-0177-984A-8D38-26E859F7CFFB}" type="presOf" srcId="{9D694AC9-4F66-4687-8BF8-16833B5249A9}" destId="{3FEC7901-22A0-4C69-93B9-FBC62FC1F758}" srcOrd="0" destOrd="0" presId="urn:microsoft.com/office/officeart/2018/5/layout/IconCircleLabelList"/>
    <dgm:cxn modelId="{83A37668-CC0C-4146-A119-D585C20FA07C}" srcId="{65FCB312-5193-4B72-8FB8-D9FD9A39D437}" destId="{FF9DC88E-3DCF-49F4-9EC6-D67237AA5465}" srcOrd="6" destOrd="0" parTransId="{6733A430-FA01-497A-B3C8-1039BA64F099}" sibTransId="{5E18FD22-1A4B-4D22-BBE9-92AC12BFF811}"/>
    <dgm:cxn modelId="{48819168-5666-AC4B-AAEE-72D5903E3B99}" srcId="{65FCB312-5193-4B72-8FB8-D9FD9A39D437}" destId="{23D46EEC-4BD9-8543-9EFD-53FE2CA1C61C}" srcOrd="3" destOrd="0" parTransId="{20F4380F-A5B0-4C40-85D9-D9C861D58A01}" sibTransId="{04190476-F3ED-CF49-8F57-004FECBA5A2E}"/>
    <dgm:cxn modelId="{FE24D74B-833A-4A51-99BB-63FF4EE4C5FC}" srcId="{65FCB312-5193-4B72-8FB8-D9FD9A39D437}" destId="{48142CE6-1C24-4C58-9594-879E2329D543}" srcOrd="7" destOrd="0" parTransId="{191281ED-9E5D-407E-8B25-905B2F755D87}" sibTransId="{00C99978-B25C-4BCE-9F94-0A8621FEDC7B}"/>
    <dgm:cxn modelId="{A0E1676C-CABE-3F4D-85E0-C34DB490D12A}" type="presOf" srcId="{E58E60F7-8F4A-4E44-9713-0EEA0E4F7FBC}" destId="{268C5577-506D-42B5-91A5-50C3D3E5D37C}" srcOrd="0" destOrd="0" presId="urn:microsoft.com/office/officeart/2018/5/layout/IconCircleLabelList"/>
    <dgm:cxn modelId="{C6B6334D-9502-C440-A279-116133F601A2}" type="presOf" srcId="{7B2092FB-8351-4FBD-BBDA-B07738C6D0EB}" destId="{5B5D0FDB-65A0-49C8-9054-3A9DDC75E425}" srcOrd="0" destOrd="0" presId="urn:microsoft.com/office/officeart/2018/5/layout/IconCircleLabelList"/>
    <dgm:cxn modelId="{E9964C6D-2133-D645-8618-EF7CE13F2971}" type="presOf" srcId="{085FBD30-DF12-1C44-A901-FABDF18D47DD}" destId="{B2FFFDCD-E63C-4F32-A669-3ACC19BB49F4}" srcOrd="0" destOrd="0" presId="urn:microsoft.com/office/officeart/2018/5/layout/IconCircleLabelList"/>
    <dgm:cxn modelId="{39D3F574-51D0-1C4A-92FE-D99844EB7569}" srcId="{65FCB312-5193-4B72-8FB8-D9FD9A39D437}" destId="{657F39AD-D477-9349-AC67-D206BA28DE41}" srcOrd="8" destOrd="0" parTransId="{64CF8978-563A-9947-B018-2A0A45DC9107}" sibTransId="{0D5CD832-413F-1A47-B3CD-1005E6A87D3F}"/>
    <dgm:cxn modelId="{FA02277E-E204-4E57-9BB8-E28E34706B21}" srcId="{65FCB312-5193-4B72-8FB8-D9FD9A39D437}" destId="{7B2092FB-8351-4FBD-BBDA-B07738C6D0EB}" srcOrd="4" destOrd="0" parTransId="{138AA622-1ED2-48F5-89D2-5DCDD834FBB5}" sibTransId="{A1D9E16C-8FB5-43B9-8407-9C15F004EE4B}"/>
    <dgm:cxn modelId="{DE55B485-A82A-884C-9781-301398611037}" type="presOf" srcId="{23D46EEC-4BD9-8543-9EFD-53FE2CA1C61C}" destId="{425057F7-1205-D240-8F4A-7FE1D9985D04}" srcOrd="0" destOrd="0" presId="urn:microsoft.com/office/officeart/2018/5/layout/IconCircleLabelList"/>
    <dgm:cxn modelId="{C8224E87-CE20-274B-B368-D2E79293C1C0}" type="presOf" srcId="{FF9DC88E-3DCF-49F4-9EC6-D67237AA5465}" destId="{34D746A5-F9A3-4E77-BB54-ED51E36A36DD}" srcOrd="0" destOrd="0" presId="urn:microsoft.com/office/officeart/2018/5/layout/IconCircleLabelList"/>
    <dgm:cxn modelId="{2A905FA8-EE8A-DE44-BB26-25B6A8288C25}" type="presOf" srcId="{6BE5F163-9C98-C245-A42B-D99A7DCB6680}" destId="{E233AB8C-85E6-E749-9666-76C857495294}" srcOrd="0" destOrd="0" presId="urn:microsoft.com/office/officeart/2018/5/layout/IconCircleLabelList"/>
    <dgm:cxn modelId="{FB15C9AD-DF62-4A2B-83CE-BADCDFBB1BB2}" srcId="{65FCB312-5193-4B72-8FB8-D9FD9A39D437}" destId="{E58E60F7-8F4A-4E44-9713-0EEA0E4F7FBC}" srcOrd="5" destOrd="0" parTransId="{6994100C-507B-4152-A4C7-F3501C8EE357}" sibTransId="{4CB7B1CF-2924-4D76-BBF2-F1DA079B49CB}"/>
    <dgm:cxn modelId="{05BA06B5-08C5-BB4D-AE99-D49BA18C94DC}" type="presOf" srcId="{657F39AD-D477-9349-AC67-D206BA28DE41}" destId="{37029447-B5A1-F341-BF12-2E4B83BBA148}" srcOrd="0" destOrd="0" presId="urn:microsoft.com/office/officeart/2018/5/layout/IconCircleLabelList"/>
    <dgm:cxn modelId="{5A257CC1-3A72-8D47-AF47-C91E1F5D7B1F}" type="presOf" srcId="{48142CE6-1C24-4C58-9594-879E2329D543}" destId="{169347D9-39FD-4584-9089-8555E0BC11E9}" srcOrd="0" destOrd="0" presId="urn:microsoft.com/office/officeart/2018/5/layout/IconCircleLabelList"/>
    <dgm:cxn modelId="{A07F4CDF-BE98-3B46-98CA-D7A97E3FBB31}" type="presOf" srcId="{4AEBB8BD-AA72-DF4E-86D0-5A980C35841B}" destId="{459F6A0F-5774-4882-A425-62CAF6F3760B}" srcOrd="0" destOrd="0" presId="urn:microsoft.com/office/officeart/2018/5/layout/IconCircleLabelList"/>
    <dgm:cxn modelId="{1101B5E4-3F41-7145-B8CF-7BB6CB44F739}" srcId="{65FCB312-5193-4B72-8FB8-D9FD9A39D437}" destId="{C85D4DC1-EA78-C244-AB21-323C5ADBC664}" srcOrd="2" destOrd="0" parTransId="{3955B0DF-9D64-4F46-AEB4-833E215E859E}" sibTransId="{B10C7FFA-DA7D-7D4C-9758-4658889F9884}"/>
    <dgm:cxn modelId="{8D02CAFE-93CB-6049-BEDE-CDCD4A429291}" srcId="{65FCB312-5193-4B72-8FB8-D9FD9A39D437}" destId="{4AEBB8BD-AA72-DF4E-86D0-5A980C35841B}" srcOrd="11" destOrd="0" parTransId="{AE348AAC-7A55-3743-85B1-0E3F735057A0}" sibTransId="{1A886F17-01BC-114A-B7D3-76D22CED84F8}"/>
    <dgm:cxn modelId="{EF1D8DC9-3E02-E643-A711-2842A0C67588}" type="presParOf" srcId="{DF5A369D-742B-40BC-96CF-55FF5B623D1F}" destId="{FC1B33F2-6F44-4B33-94A3-3E08DBB7E81C}" srcOrd="0" destOrd="0" presId="urn:microsoft.com/office/officeart/2018/5/layout/IconCircleLabelList"/>
    <dgm:cxn modelId="{EA45A4A0-48B7-1446-9970-EDE7EDB11D18}" type="presParOf" srcId="{FC1B33F2-6F44-4B33-94A3-3E08DBB7E81C}" destId="{402E8F18-52E9-42B8-AFED-C81D9B4FE84E}" srcOrd="0" destOrd="0" presId="urn:microsoft.com/office/officeart/2018/5/layout/IconCircleLabelList"/>
    <dgm:cxn modelId="{2DDF343C-7B3B-584B-9273-50CBE3469CA2}" type="presParOf" srcId="{FC1B33F2-6F44-4B33-94A3-3E08DBB7E81C}" destId="{17D37321-FC87-43AF-83EE-2509036325AD}" srcOrd="1" destOrd="0" presId="urn:microsoft.com/office/officeart/2018/5/layout/IconCircleLabelList"/>
    <dgm:cxn modelId="{53931CB9-74EC-BC42-AADA-38355D8AAF98}" type="presParOf" srcId="{FC1B33F2-6F44-4B33-94A3-3E08DBB7E81C}" destId="{F4EE7B47-A3F3-49DF-98EE-0F068DF4282B}" srcOrd="2" destOrd="0" presId="urn:microsoft.com/office/officeart/2018/5/layout/IconCircleLabelList"/>
    <dgm:cxn modelId="{ECBDDD8C-8E10-984C-84FC-4C0B61547073}" type="presParOf" srcId="{FC1B33F2-6F44-4B33-94A3-3E08DBB7E81C}" destId="{3FEC7901-22A0-4C69-93B9-FBC62FC1F758}" srcOrd="3" destOrd="0" presId="urn:microsoft.com/office/officeart/2018/5/layout/IconCircleLabelList"/>
    <dgm:cxn modelId="{CF3460AD-ED77-AF48-B30D-BE220AE90D65}" type="presParOf" srcId="{DF5A369D-742B-40BC-96CF-55FF5B623D1F}" destId="{712F575F-DDBA-4925-8F43-2B12728CC0B5}" srcOrd="1" destOrd="0" presId="urn:microsoft.com/office/officeart/2018/5/layout/IconCircleLabelList"/>
    <dgm:cxn modelId="{487FDE9D-2C01-BD4D-9244-967B8427F641}" type="presParOf" srcId="{DF5A369D-742B-40BC-96CF-55FF5B623D1F}" destId="{CEAA10C7-D406-47F6-BE15-DD37FB0233F1}" srcOrd="2" destOrd="0" presId="urn:microsoft.com/office/officeart/2018/5/layout/IconCircleLabelList"/>
    <dgm:cxn modelId="{CD1E975E-D576-C24A-9896-2D130A16A172}" type="presParOf" srcId="{CEAA10C7-D406-47F6-BE15-DD37FB0233F1}" destId="{46C4D88B-5110-44ED-BF83-94BEB2C28375}" srcOrd="0" destOrd="0" presId="urn:microsoft.com/office/officeart/2018/5/layout/IconCircleLabelList"/>
    <dgm:cxn modelId="{A09C7E2B-89F2-C349-A58A-FBB2FB14BB35}" type="presParOf" srcId="{CEAA10C7-D406-47F6-BE15-DD37FB0233F1}" destId="{2491E982-6E14-4845-ABEA-3992D0500024}" srcOrd="1" destOrd="0" presId="urn:microsoft.com/office/officeart/2018/5/layout/IconCircleLabelList"/>
    <dgm:cxn modelId="{841F1098-7600-9348-B74C-6FF752D8B0AC}" type="presParOf" srcId="{CEAA10C7-D406-47F6-BE15-DD37FB0233F1}" destId="{E5801AB2-CD31-49EB-9CF8-AC2B3580B4C8}" srcOrd="2" destOrd="0" presId="urn:microsoft.com/office/officeart/2018/5/layout/IconCircleLabelList"/>
    <dgm:cxn modelId="{EC482278-4B92-EF46-8AFC-DE9A974D8F17}" type="presParOf" srcId="{CEAA10C7-D406-47F6-BE15-DD37FB0233F1}" destId="{82DD630C-23A6-491A-AC1C-970EF6F17589}" srcOrd="3" destOrd="0" presId="urn:microsoft.com/office/officeart/2018/5/layout/IconCircleLabelList"/>
    <dgm:cxn modelId="{E732C858-2827-B144-86A4-5D07AF3190FA}" type="presParOf" srcId="{DF5A369D-742B-40BC-96CF-55FF5B623D1F}" destId="{BFC21744-227C-4520-BE90-F7EE52DCE291}" srcOrd="3" destOrd="0" presId="urn:microsoft.com/office/officeart/2018/5/layout/IconCircleLabelList"/>
    <dgm:cxn modelId="{5C204D62-9854-444D-A176-ACF2DC18A4B8}" type="presParOf" srcId="{DF5A369D-742B-40BC-96CF-55FF5B623D1F}" destId="{C7F8F592-7401-F74B-BB93-25FBCF9D893C}" srcOrd="4" destOrd="0" presId="urn:microsoft.com/office/officeart/2018/5/layout/IconCircleLabelList"/>
    <dgm:cxn modelId="{818D435C-B5C7-9C47-AED2-F2CA4881CD54}" type="presParOf" srcId="{C7F8F592-7401-F74B-BB93-25FBCF9D893C}" destId="{D11D5683-05A6-344C-8E8B-C89B5CA56F2A}" srcOrd="0" destOrd="0" presId="urn:microsoft.com/office/officeart/2018/5/layout/IconCircleLabelList"/>
    <dgm:cxn modelId="{EE49BC63-5AF3-364B-9169-ACDEF48052AA}" type="presParOf" srcId="{C7F8F592-7401-F74B-BB93-25FBCF9D893C}" destId="{23C12FC2-7823-4145-8E1A-1FAED23AAA58}" srcOrd="1" destOrd="0" presId="urn:microsoft.com/office/officeart/2018/5/layout/IconCircleLabelList"/>
    <dgm:cxn modelId="{EB4F7732-1E43-E342-87B2-B33EB17EDB6D}" type="presParOf" srcId="{C7F8F592-7401-F74B-BB93-25FBCF9D893C}" destId="{A1FF9A5A-0FAB-E145-8475-9DF345E019B1}" srcOrd="2" destOrd="0" presId="urn:microsoft.com/office/officeart/2018/5/layout/IconCircleLabelList"/>
    <dgm:cxn modelId="{38E05980-F804-9542-B7CC-47E303764CCE}" type="presParOf" srcId="{C7F8F592-7401-F74B-BB93-25FBCF9D893C}" destId="{FFAC3B31-01DE-5642-B02D-9F256012A8E6}" srcOrd="3" destOrd="0" presId="urn:microsoft.com/office/officeart/2018/5/layout/IconCircleLabelList"/>
    <dgm:cxn modelId="{38470746-E821-F340-886B-E97D8C7B2114}" type="presParOf" srcId="{DF5A369D-742B-40BC-96CF-55FF5B623D1F}" destId="{79697365-2465-BC47-9E3B-87720ADC8A51}" srcOrd="5" destOrd="0" presId="urn:microsoft.com/office/officeart/2018/5/layout/IconCircleLabelList"/>
    <dgm:cxn modelId="{00FBE11B-11F5-DC43-ACDA-0FE6F63E892E}" type="presParOf" srcId="{DF5A369D-742B-40BC-96CF-55FF5B623D1F}" destId="{89ACC0A2-86B4-B546-8A92-A25B073252E9}" srcOrd="6" destOrd="0" presId="urn:microsoft.com/office/officeart/2018/5/layout/IconCircleLabelList"/>
    <dgm:cxn modelId="{7D791CE1-5740-7846-9223-EC5B157A124B}" type="presParOf" srcId="{89ACC0A2-86B4-B546-8A92-A25B073252E9}" destId="{3BC3FC35-B85A-9A4F-B9E5-57772E998D6E}" srcOrd="0" destOrd="0" presId="urn:microsoft.com/office/officeart/2018/5/layout/IconCircleLabelList"/>
    <dgm:cxn modelId="{95FEF749-C1D5-3C40-A97F-CFEB878A5E49}" type="presParOf" srcId="{89ACC0A2-86B4-B546-8A92-A25B073252E9}" destId="{2152A067-14AE-D246-8AC5-512A2879DB48}" srcOrd="1" destOrd="0" presId="urn:microsoft.com/office/officeart/2018/5/layout/IconCircleLabelList"/>
    <dgm:cxn modelId="{44257223-CF83-3A4C-BC7C-A37B58F9E4C0}" type="presParOf" srcId="{89ACC0A2-86B4-B546-8A92-A25B073252E9}" destId="{CAD5E99D-C296-0345-9B96-AA08B0147043}" srcOrd="2" destOrd="0" presId="urn:microsoft.com/office/officeart/2018/5/layout/IconCircleLabelList"/>
    <dgm:cxn modelId="{CF657F3F-BA02-7048-A1C4-E5CC11B1F036}" type="presParOf" srcId="{89ACC0A2-86B4-B546-8A92-A25B073252E9}" destId="{425057F7-1205-D240-8F4A-7FE1D9985D04}" srcOrd="3" destOrd="0" presId="urn:microsoft.com/office/officeart/2018/5/layout/IconCircleLabelList"/>
    <dgm:cxn modelId="{CEEE7BD7-AC4F-F642-B003-FEE0B8AC5880}" type="presParOf" srcId="{DF5A369D-742B-40BC-96CF-55FF5B623D1F}" destId="{45E6790F-874F-4344-AC45-E4BBE84B6A58}" srcOrd="7" destOrd="0" presId="urn:microsoft.com/office/officeart/2018/5/layout/IconCircleLabelList"/>
    <dgm:cxn modelId="{60DE306C-0C64-7D4D-9167-D4C278B41721}" type="presParOf" srcId="{DF5A369D-742B-40BC-96CF-55FF5B623D1F}" destId="{B3681708-6446-4E08-A662-5FBCA21AFC12}" srcOrd="8" destOrd="0" presId="urn:microsoft.com/office/officeart/2018/5/layout/IconCircleLabelList"/>
    <dgm:cxn modelId="{32F8134E-B356-264C-A778-1AE4F0685DA5}" type="presParOf" srcId="{B3681708-6446-4E08-A662-5FBCA21AFC12}" destId="{CD537295-7320-41A5-86B6-D34F6F6BD2F7}" srcOrd="0" destOrd="0" presId="urn:microsoft.com/office/officeart/2018/5/layout/IconCircleLabelList"/>
    <dgm:cxn modelId="{AD67EC4E-EA03-8C45-A3F7-DC4A9ACCDE1C}" type="presParOf" srcId="{B3681708-6446-4E08-A662-5FBCA21AFC12}" destId="{7191049A-1703-4B1C-A00E-4DBBD31DCA3E}" srcOrd="1" destOrd="0" presId="urn:microsoft.com/office/officeart/2018/5/layout/IconCircleLabelList"/>
    <dgm:cxn modelId="{282552F3-3CF0-E044-B493-D55B6885724B}" type="presParOf" srcId="{B3681708-6446-4E08-A662-5FBCA21AFC12}" destId="{60C62D46-03C7-40C9-9F6A-19C773E89121}" srcOrd="2" destOrd="0" presId="urn:microsoft.com/office/officeart/2018/5/layout/IconCircleLabelList"/>
    <dgm:cxn modelId="{C07A22CB-05FF-5340-9493-CCA9E42BD2AF}" type="presParOf" srcId="{B3681708-6446-4E08-A662-5FBCA21AFC12}" destId="{5B5D0FDB-65A0-49C8-9054-3A9DDC75E425}" srcOrd="3" destOrd="0" presId="urn:microsoft.com/office/officeart/2018/5/layout/IconCircleLabelList"/>
    <dgm:cxn modelId="{67A022F5-242B-EA40-A3EE-EB5ADE72752F}" type="presParOf" srcId="{DF5A369D-742B-40BC-96CF-55FF5B623D1F}" destId="{EA201C00-11C3-4971-A2FE-F06C3DFC1F63}" srcOrd="9" destOrd="0" presId="urn:microsoft.com/office/officeart/2018/5/layout/IconCircleLabelList"/>
    <dgm:cxn modelId="{7F4E2522-541B-F24B-A0AE-EC77E89BA227}" type="presParOf" srcId="{DF5A369D-742B-40BC-96CF-55FF5B623D1F}" destId="{F14DF697-5836-4481-8920-452CF07C53B9}" srcOrd="10" destOrd="0" presId="urn:microsoft.com/office/officeart/2018/5/layout/IconCircleLabelList"/>
    <dgm:cxn modelId="{074544A6-2BFA-4F4E-8158-22860ACE119A}" type="presParOf" srcId="{F14DF697-5836-4481-8920-452CF07C53B9}" destId="{65015B51-02D4-4BBD-8E73-726A5128217F}" srcOrd="0" destOrd="0" presId="urn:microsoft.com/office/officeart/2018/5/layout/IconCircleLabelList"/>
    <dgm:cxn modelId="{B156064E-97E9-4441-B0AC-CB9DD95DDFA0}" type="presParOf" srcId="{F14DF697-5836-4481-8920-452CF07C53B9}" destId="{3CF614DA-ECB7-4437-91CC-A6D60D54792A}" srcOrd="1" destOrd="0" presId="urn:microsoft.com/office/officeart/2018/5/layout/IconCircleLabelList"/>
    <dgm:cxn modelId="{2A38A8F1-1BF4-D448-84ED-E272A70C023E}" type="presParOf" srcId="{F14DF697-5836-4481-8920-452CF07C53B9}" destId="{7A976CB1-7808-400F-BB1D-8BED001D5AC2}" srcOrd="2" destOrd="0" presId="urn:microsoft.com/office/officeart/2018/5/layout/IconCircleLabelList"/>
    <dgm:cxn modelId="{A3B62F12-3B15-654B-AF45-741C4F0BA13B}" type="presParOf" srcId="{F14DF697-5836-4481-8920-452CF07C53B9}" destId="{268C5577-506D-42B5-91A5-50C3D3E5D37C}" srcOrd="3" destOrd="0" presId="urn:microsoft.com/office/officeart/2018/5/layout/IconCircleLabelList"/>
    <dgm:cxn modelId="{F0FBC350-B474-EE43-B7FC-369419B4F432}" type="presParOf" srcId="{DF5A369D-742B-40BC-96CF-55FF5B623D1F}" destId="{93599115-7172-44C2-A617-23732CDB661F}" srcOrd="11" destOrd="0" presId="urn:microsoft.com/office/officeart/2018/5/layout/IconCircleLabelList"/>
    <dgm:cxn modelId="{B8794C12-D4F3-0440-83D4-610E109A4416}" type="presParOf" srcId="{DF5A369D-742B-40BC-96CF-55FF5B623D1F}" destId="{A8EDD365-55B6-44BC-AE59-64575A88282F}" srcOrd="12" destOrd="0" presId="urn:microsoft.com/office/officeart/2018/5/layout/IconCircleLabelList"/>
    <dgm:cxn modelId="{BE01AF5E-83EC-6B4D-B2CB-6673170C1B9E}" type="presParOf" srcId="{A8EDD365-55B6-44BC-AE59-64575A88282F}" destId="{658E7E74-3EC5-485B-BA3E-95495FF48A5C}" srcOrd="0" destOrd="0" presId="urn:microsoft.com/office/officeart/2018/5/layout/IconCircleLabelList"/>
    <dgm:cxn modelId="{9B6DDC3F-51AE-1D4F-9C24-B3146A07D51A}" type="presParOf" srcId="{A8EDD365-55B6-44BC-AE59-64575A88282F}" destId="{9415BBBD-F6FB-4D47-9F4B-386216662EB4}" srcOrd="1" destOrd="0" presId="urn:microsoft.com/office/officeart/2018/5/layout/IconCircleLabelList"/>
    <dgm:cxn modelId="{F435E7BA-4CFD-FC45-A03F-4FA58A69BCF6}" type="presParOf" srcId="{A8EDD365-55B6-44BC-AE59-64575A88282F}" destId="{AA56C9B6-15AC-4672-AE11-DE1931A8885A}" srcOrd="2" destOrd="0" presId="urn:microsoft.com/office/officeart/2018/5/layout/IconCircleLabelList"/>
    <dgm:cxn modelId="{D954EA8E-6C66-924F-B09F-722F93CA7FF3}" type="presParOf" srcId="{A8EDD365-55B6-44BC-AE59-64575A88282F}" destId="{34D746A5-F9A3-4E77-BB54-ED51E36A36DD}" srcOrd="3" destOrd="0" presId="urn:microsoft.com/office/officeart/2018/5/layout/IconCircleLabelList"/>
    <dgm:cxn modelId="{DA01D5AE-1B70-E148-8FEC-F8E3E2B9CB18}" type="presParOf" srcId="{DF5A369D-742B-40BC-96CF-55FF5B623D1F}" destId="{C287A2BB-2132-4889-85BF-BCCC3F305C04}" srcOrd="13" destOrd="0" presId="urn:microsoft.com/office/officeart/2018/5/layout/IconCircleLabelList"/>
    <dgm:cxn modelId="{A00C22CC-36F9-3A45-8954-F8927A35D3EB}" type="presParOf" srcId="{DF5A369D-742B-40BC-96CF-55FF5B623D1F}" destId="{768DBE58-A94A-4DDD-822A-CD77568C87B3}" srcOrd="14" destOrd="0" presId="urn:microsoft.com/office/officeart/2018/5/layout/IconCircleLabelList"/>
    <dgm:cxn modelId="{73B3DC7D-9DEB-D040-98AB-1ECC31512825}" type="presParOf" srcId="{768DBE58-A94A-4DDD-822A-CD77568C87B3}" destId="{4B346372-E547-41CA-897B-9DDB38F6EEE6}" srcOrd="0" destOrd="0" presId="urn:microsoft.com/office/officeart/2018/5/layout/IconCircleLabelList"/>
    <dgm:cxn modelId="{0CC3EF6D-CC97-E747-BB41-A1FD81B72829}" type="presParOf" srcId="{768DBE58-A94A-4DDD-822A-CD77568C87B3}" destId="{9D1665B0-777E-4642-9A5F-148D4471D898}" srcOrd="1" destOrd="0" presId="urn:microsoft.com/office/officeart/2018/5/layout/IconCircleLabelList"/>
    <dgm:cxn modelId="{1DF9B6EF-9CD7-9149-A0E5-71A0B203B875}" type="presParOf" srcId="{768DBE58-A94A-4DDD-822A-CD77568C87B3}" destId="{07302525-2A7D-4B8B-BF7C-46DEF5A403C8}" srcOrd="2" destOrd="0" presId="urn:microsoft.com/office/officeart/2018/5/layout/IconCircleLabelList"/>
    <dgm:cxn modelId="{357F59FF-0CE7-C849-A142-C312B0437F60}" type="presParOf" srcId="{768DBE58-A94A-4DDD-822A-CD77568C87B3}" destId="{169347D9-39FD-4584-9089-8555E0BC11E9}" srcOrd="3" destOrd="0" presId="urn:microsoft.com/office/officeart/2018/5/layout/IconCircleLabelList"/>
    <dgm:cxn modelId="{C0BB7A8A-82AA-AE41-A39A-F4DC2438A914}" type="presParOf" srcId="{DF5A369D-742B-40BC-96CF-55FF5B623D1F}" destId="{EE8B70F9-2534-431E-9604-883B95B89216}" srcOrd="15" destOrd="0" presId="urn:microsoft.com/office/officeart/2018/5/layout/IconCircleLabelList"/>
    <dgm:cxn modelId="{5BF65904-88E7-AC40-BB51-6EFD19E7D525}" type="presParOf" srcId="{DF5A369D-742B-40BC-96CF-55FF5B623D1F}" destId="{21355694-D48F-4941-93B3-8EF9A1BD3665}" srcOrd="16" destOrd="0" presId="urn:microsoft.com/office/officeart/2018/5/layout/IconCircleLabelList"/>
    <dgm:cxn modelId="{0583784D-6C6F-C94D-973C-8F01506B54AA}" type="presParOf" srcId="{21355694-D48F-4941-93B3-8EF9A1BD3665}" destId="{A05B4175-C830-D24E-AF86-71070874DCF1}" srcOrd="0" destOrd="0" presId="urn:microsoft.com/office/officeart/2018/5/layout/IconCircleLabelList"/>
    <dgm:cxn modelId="{51248225-E4E7-6E41-B41A-1ABBA1E81567}" type="presParOf" srcId="{21355694-D48F-4941-93B3-8EF9A1BD3665}" destId="{5FA615C5-8CB4-EE4E-AD13-07291BB87A62}" srcOrd="1" destOrd="0" presId="urn:microsoft.com/office/officeart/2018/5/layout/IconCircleLabelList"/>
    <dgm:cxn modelId="{C83D49FC-1E3D-0344-9BD2-C715F04C9979}" type="presParOf" srcId="{21355694-D48F-4941-93B3-8EF9A1BD3665}" destId="{9C9D6641-EFD7-C04E-969C-19FE8772EAA2}" srcOrd="2" destOrd="0" presId="urn:microsoft.com/office/officeart/2018/5/layout/IconCircleLabelList"/>
    <dgm:cxn modelId="{EC8CAB12-F679-0542-9E4A-4EC5184B9B61}" type="presParOf" srcId="{21355694-D48F-4941-93B3-8EF9A1BD3665}" destId="{37029447-B5A1-F341-BF12-2E4B83BBA148}" srcOrd="3" destOrd="0" presId="urn:microsoft.com/office/officeart/2018/5/layout/IconCircleLabelList"/>
    <dgm:cxn modelId="{78BA4C39-2168-B546-BE88-4C8BF9EDB481}" type="presParOf" srcId="{DF5A369D-742B-40BC-96CF-55FF5B623D1F}" destId="{1F4A6E7D-CD22-CF4D-B28C-5DF24A930F97}" srcOrd="17" destOrd="0" presId="urn:microsoft.com/office/officeart/2018/5/layout/IconCircleLabelList"/>
    <dgm:cxn modelId="{B2E027AC-7FE7-2949-87B0-C43BBE66FE00}" type="presParOf" srcId="{DF5A369D-742B-40BC-96CF-55FF5B623D1F}" destId="{304DF6F6-CA34-4889-A4FC-719802AD69DF}" srcOrd="18" destOrd="0" presId="urn:microsoft.com/office/officeart/2018/5/layout/IconCircleLabelList"/>
    <dgm:cxn modelId="{8EA757F5-DDA3-FA42-AA63-DF5B94AE6471}" type="presParOf" srcId="{304DF6F6-CA34-4889-A4FC-719802AD69DF}" destId="{9DF68074-DEAA-40D3-8EFB-BDFF7F0CDC71}" srcOrd="0" destOrd="0" presId="urn:microsoft.com/office/officeart/2018/5/layout/IconCircleLabelList"/>
    <dgm:cxn modelId="{D697D99D-C580-6340-BBA2-1E3DA3CE0870}" type="presParOf" srcId="{304DF6F6-CA34-4889-A4FC-719802AD69DF}" destId="{A617D382-D39F-417C-8129-466D980F6E77}" srcOrd="1" destOrd="0" presId="urn:microsoft.com/office/officeart/2018/5/layout/IconCircleLabelList"/>
    <dgm:cxn modelId="{2CEABD70-0AE4-7C46-9E8E-D82B96E02D0B}" type="presParOf" srcId="{304DF6F6-CA34-4889-A4FC-719802AD69DF}" destId="{36F95993-688D-485C-86AA-ECC2B14BF51B}" srcOrd="2" destOrd="0" presId="urn:microsoft.com/office/officeart/2018/5/layout/IconCircleLabelList"/>
    <dgm:cxn modelId="{DAB6178B-E14B-814A-90CA-24491D194BCA}" type="presParOf" srcId="{304DF6F6-CA34-4889-A4FC-719802AD69DF}" destId="{B2FFFDCD-E63C-4F32-A669-3ACC19BB49F4}" srcOrd="3" destOrd="0" presId="urn:microsoft.com/office/officeart/2018/5/layout/IconCircleLabelList"/>
    <dgm:cxn modelId="{171F17B3-09DE-424E-8A58-06C6E2E3A1F6}" type="presParOf" srcId="{DF5A369D-742B-40BC-96CF-55FF5B623D1F}" destId="{BD6E908C-69F8-4081-BB5C-926E4A7E8233}" srcOrd="19" destOrd="0" presId="urn:microsoft.com/office/officeart/2018/5/layout/IconCircleLabelList"/>
    <dgm:cxn modelId="{6947FEBD-94EA-EF42-BCE3-FE5C405F7E46}" type="presParOf" srcId="{DF5A369D-742B-40BC-96CF-55FF5B623D1F}" destId="{9D078366-22D9-4B4F-9832-3CCBB61D286E}" srcOrd="20" destOrd="0" presId="urn:microsoft.com/office/officeart/2018/5/layout/IconCircleLabelList"/>
    <dgm:cxn modelId="{21765D3C-648A-FF4A-BC04-F9F9A66727A1}" type="presParOf" srcId="{9D078366-22D9-4B4F-9832-3CCBB61D286E}" destId="{DF83B31A-5B60-F94C-9AD7-8BA80F03212C}" srcOrd="0" destOrd="0" presId="urn:microsoft.com/office/officeart/2018/5/layout/IconCircleLabelList"/>
    <dgm:cxn modelId="{503F7BEF-F403-5B49-83C3-753049E939D1}" type="presParOf" srcId="{9D078366-22D9-4B4F-9832-3CCBB61D286E}" destId="{935619E7-C931-9643-827D-6E67873D1829}" srcOrd="1" destOrd="0" presId="urn:microsoft.com/office/officeart/2018/5/layout/IconCircleLabelList"/>
    <dgm:cxn modelId="{CFE62631-31FF-CF4A-BA5E-7A06AF798146}" type="presParOf" srcId="{9D078366-22D9-4B4F-9832-3CCBB61D286E}" destId="{23AB0250-8D96-E94A-AC63-E431B5103DCF}" srcOrd="2" destOrd="0" presId="urn:microsoft.com/office/officeart/2018/5/layout/IconCircleLabelList"/>
    <dgm:cxn modelId="{FACF3198-D573-1B4F-977C-CC466EF8932A}" type="presParOf" srcId="{9D078366-22D9-4B4F-9832-3CCBB61D286E}" destId="{E233AB8C-85E6-E749-9666-76C857495294}" srcOrd="3" destOrd="0" presId="urn:microsoft.com/office/officeart/2018/5/layout/IconCircleLabelList"/>
    <dgm:cxn modelId="{C6C57946-6456-9D42-893E-20D94F5AB4D7}" type="presParOf" srcId="{DF5A369D-742B-40BC-96CF-55FF5B623D1F}" destId="{1580926C-8814-3C48-B073-085EFFA39644}" srcOrd="21" destOrd="0" presId="urn:microsoft.com/office/officeart/2018/5/layout/IconCircleLabelList"/>
    <dgm:cxn modelId="{1D21A6F1-91E5-B343-8E15-9AE5740E478E}" type="presParOf" srcId="{DF5A369D-742B-40BC-96CF-55FF5B623D1F}" destId="{EF88DFDE-D0C7-4AE9-B82D-6FE363BF8DD6}" srcOrd="22" destOrd="0" presId="urn:microsoft.com/office/officeart/2018/5/layout/IconCircleLabelList"/>
    <dgm:cxn modelId="{C4BD6EFF-C40C-E548-ABD5-DC0EFB248E18}" type="presParOf" srcId="{EF88DFDE-D0C7-4AE9-B82D-6FE363BF8DD6}" destId="{C4602C48-7F5D-4692-BA42-5F0D6DFFC7B4}" srcOrd="0" destOrd="0" presId="urn:microsoft.com/office/officeart/2018/5/layout/IconCircleLabelList"/>
    <dgm:cxn modelId="{44113C13-59C1-9446-9EC1-ED2BA0CB78AD}" type="presParOf" srcId="{EF88DFDE-D0C7-4AE9-B82D-6FE363BF8DD6}" destId="{5159A61F-EAAF-4921-83DC-F8E0A0CA363A}" srcOrd="1" destOrd="0" presId="urn:microsoft.com/office/officeart/2018/5/layout/IconCircleLabelList"/>
    <dgm:cxn modelId="{AD6869B9-3B93-DD4F-87EA-8474E02BAB60}" type="presParOf" srcId="{EF88DFDE-D0C7-4AE9-B82D-6FE363BF8DD6}" destId="{F90C285A-8538-4404-9F62-EB6483229A06}" srcOrd="2" destOrd="0" presId="urn:microsoft.com/office/officeart/2018/5/layout/IconCircleLabelList"/>
    <dgm:cxn modelId="{853B541E-66CE-9D4D-BA6F-57D272761626}" type="presParOf" srcId="{EF88DFDE-D0C7-4AE9-B82D-6FE363BF8DD6}" destId="{459F6A0F-5774-4882-A425-62CAF6F3760B}"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5AA7DE4-8606-43C6-8934-3A7C6B7673DF}" type="doc">
      <dgm:prSet loTypeId="urn:microsoft.com/office/officeart/2016/7/layout/LinearArrowProcessNumbered#3" loCatId="process" qsTypeId="urn:microsoft.com/office/officeart/2005/8/quickstyle/simple1" qsCatId="simple" csTypeId="urn:microsoft.com/office/officeart/2005/8/colors/colorful1" csCatId="colorful" phldr="1"/>
      <dgm:spPr/>
      <dgm:t>
        <a:bodyPr/>
        <a:lstStyle/>
        <a:p>
          <a:endParaRPr lang="en-US"/>
        </a:p>
      </dgm:t>
    </dgm:pt>
    <dgm:pt modelId="{2F3F471E-564A-4AE8-AC96-DDB15D453B9A}">
      <dgm:prSet custT="1"/>
      <dgm:spPr/>
      <dgm:t>
        <a:bodyPr/>
        <a:lstStyle/>
        <a:p>
          <a:r>
            <a:rPr lang="en-SG" sz="1600" b="0" i="0"/>
            <a:t>Train and fine-tune a pretrained ResNet-18 on CIFAR-10 and MNIST</a:t>
          </a:r>
          <a:endParaRPr lang="en-US" sz="1600"/>
        </a:p>
      </dgm:t>
    </dgm:pt>
    <dgm:pt modelId="{9D34665E-9704-4C38-8430-0BD46C92C7AB}" type="parTrans" cxnId="{469DFBF7-5D32-4FF6-9CC8-1557F18AB122}">
      <dgm:prSet/>
      <dgm:spPr/>
      <dgm:t>
        <a:bodyPr/>
        <a:lstStyle/>
        <a:p>
          <a:endParaRPr lang="en-US"/>
        </a:p>
      </dgm:t>
    </dgm:pt>
    <dgm:pt modelId="{74A787FD-7FAE-46B2-9816-06BD5566C3AA}" type="sibTrans" cxnId="{469DFBF7-5D32-4FF6-9CC8-1557F18AB122}">
      <dgm:prSet phldrT="1" phldr="0"/>
      <dgm:spPr/>
      <dgm:t>
        <a:bodyPr/>
        <a:lstStyle/>
        <a:p>
          <a:r>
            <a:rPr lang="en-US"/>
            <a:t>1</a:t>
          </a:r>
        </a:p>
      </dgm:t>
    </dgm:pt>
    <dgm:pt modelId="{135C0697-F472-49A2-93DE-0F21C3608866}">
      <dgm:prSet custT="1"/>
      <dgm:spPr/>
      <dgm:t>
        <a:bodyPr/>
        <a:lstStyle/>
        <a:p>
          <a:r>
            <a:rPr lang="en-SG" sz="1500" b="0" i="0"/>
            <a:t>Evaluate clean image classification accuracy</a:t>
          </a:r>
          <a:endParaRPr lang="en-US" sz="1500"/>
        </a:p>
      </dgm:t>
    </dgm:pt>
    <dgm:pt modelId="{C4AD6456-417F-4193-9C99-697198439C33}" type="parTrans" cxnId="{D82EDF24-C0A4-4894-85E7-A25BE8F11180}">
      <dgm:prSet/>
      <dgm:spPr/>
      <dgm:t>
        <a:bodyPr/>
        <a:lstStyle/>
        <a:p>
          <a:endParaRPr lang="en-US"/>
        </a:p>
      </dgm:t>
    </dgm:pt>
    <dgm:pt modelId="{CA84A933-046E-4526-BF9F-2EE7D41F438D}" type="sibTrans" cxnId="{D82EDF24-C0A4-4894-85E7-A25BE8F11180}">
      <dgm:prSet phldrT="2" phldr="0"/>
      <dgm:spPr/>
      <dgm:t>
        <a:bodyPr/>
        <a:lstStyle/>
        <a:p>
          <a:r>
            <a:rPr lang="en-US"/>
            <a:t>2</a:t>
          </a:r>
        </a:p>
      </dgm:t>
    </dgm:pt>
    <dgm:pt modelId="{190B6EDD-70EB-4A12-BCE8-2B935E81DA57}">
      <dgm:prSet custT="1"/>
      <dgm:spPr/>
      <dgm:t>
        <a:bodyPr/>
        <a:lstStyle/>
        <a:p>
          <a:r>
            <a:rPr lang="en-SG" sz="1600" b="0" i="0"/>
            <a:t>Generate FGSM adversarial examples using IBM ART</a:t>
          </a:r>
          <a:endParaRPr lang="en-US" sz="1600"/>
        </a:p>
      </dgm:t>
    </dgm:pt>
    <dgm:pt modelId="{89AC0080-0318-405D-920B-D39A391767BE}" type="parTrans" cxnId="{31168793-CA3E-4E6E-A813-5920BAF4B48E}">
      <dgm:prSet/>
      <dgm:spPr/>
      <dgm:t>
        <a:bodyPr/>
        <a:lstStyle/>
        <a:p>
          <a:endParaRPr lang="en-US"/>
        </a:p>
      </dgm:t>
    </dgm:pt>
    <dgm:pt modelId="{1B4D2F51-2543-46A0-A64D-4D4FAF44A886}" type="sibTrans" cxnId="{31168793-CA3E-4E6E-A813-5920BAF4B48E}">
      <dgm:prSet phldrT="3" phldr="0"/>
      <dgm:spPr/>
      <dgm:t>
        <a:bodyPr/>
        <a:lstStyle/>
        <a:p>
          <a:r>
            <a:rPr lang="en-US"/>
            <a:t>3</a:t>
          </a:r>
        </a:p>
      </dgm:t>
    </dgm:pt>
    <dgm:pt modelId="{1E31403F-4EC8-D046-87E5-8408789F8297}">
      <dgm:prSet phldrT="[Text]" custT="1"/>
      <dgm:spPr/>
      <dgm:t>
        <a:bodyPr/>
        <a:lstStyle/>
        <a:p>
          <a:pPr>
            <a:buNone/>
          </a:pPr>
          <a:r>
            <a:rPr lang="en-SG" sz="1500" b="0" i="0"/>
            <a:t>Analyse robustness degradation under varying epsilon values</a:t>
          </a:r>
          <a:endParaRPr lang="en-GB" sz="1500"/>
        </a:p>
      </dgm:t>
    </dgm:pt>
    <dgm:pt modelId="{5CD5ADCE-44CF-9443-BDCA-749068887831}" type="parTrans" cxnId="{2D1BFACF-D52A-4A46-BFFF-E1D6672EF209}">
      <dgm:prSet/>
      <dgm:spPr/>
      <dgm:t>
        <a:bodyPr/>
        <a:lstStyle/>
        <a:p>
          <a:endParaRPr lang="en-GB"/>
        </a:p>
      </dgm:t>
    </dgm:pt>
    <dgm:pt modelId="{5E4E6F6D-48BC-474D-83F8-C960E3FDA7CF}" type="sibTrans" cxnId="{2D1BFACF-D52A-4A46-BFFF-E1D6672EF209}">
      <dgm:prSet phldrT="4" phldr="0"/>
      <dgm:spPr/>
      <dgm:t>
        <a:bodyPr/>
        <a:lstStyle/>
        <a:p>
          <a:r>
            <a:rPr lang="en-GB"/>
            <a:t>4</a:t>
          </a:r>
        </a:p>
      </dgm:t>
    </dgm:pt>
    <dgm:pt modelId="{04D5365A-DA18-1A42-89A2-9517DA3AA65F}">
      <dgm:prSet phldrT="[Text]" custT="1"/>
      <dgm:spPr/>
      <dgm:t>
        <a:bodyPr/>
        <a:lstStyle/>
        <a:p>
          <a:pPr>
            <a:buNone/>
          </a:pPr>
          <a:r>
            <a:rPr lang="en-SG" sz="1600" b="0" i="0"/>
            <a:t>Investigate class-level adversarial vulnerability patterns</a:t>
          </a:r>
          <a:endParaRPr lang="en-GB" sz="1600"/>
        </a:p>
      </dgm:t>
    </dgm:pt>
    <dgm:pt modelId="{C17BECCC-AED3-0B45-8DEC-92E1622A488C}" type="parTrans" cxnId="{676A1A38-1790-1B49-AF5A-1A28E274B247}">
      <dgm:prSet/>
      <dgm:spPr/>
      <dgm:t>
        <a:bodyPr/>
        <a:lstStyle/>
        <a:p>
          <a:endParaRPr lang="en-GB"/>
        </a:p>
      </dgm:t>
    </dgm:pt>
    <dgm:pt modelId="{3D88FEC3-4BCE-B349-9AA6-2FD6099B3935}" type="sibTrans" cxnId="{676A1A38-1790-1B49-AF5A-1A28E274B247}">
      <dgm:prSet phldrT="5" phldr="0"/>
      <dgm:spPr/>
      <dgm:t>
        <a:bodyPr/>
        <a:lstStyle/>
        <a:p>
          <a:r>
            <a:rPr lang="en-GB"/>
            <a:t>5</a:t>
          </a:r>
        </a:p>
      </dgm:t>
    </dgm:pt>
    <dgm:pt modelId="{FBEE19CF-F64F-1E43-AC89-FAC21DCFCA4C}">
      <dgm:prSet phldrT="[Text]" custT="1"/>
      <dgm:spPr/>
      <dgm:t>
        <a:bodyPr/>
        <a:lstStyle/>
        <a:p>
          <a:pPr>
            <a:buNone/>
          </a:pPr>
          <a:r>
            <a:rPr lang="en-SG" sz="1350"/>
            <a:t>Compare adversarial behaviour across datasets with different feature complexity</a:t>
          </a:r>
          <a:endParaRPr lang="en-GB" sz="1350"/>
        </a:p>
      </dgm:t>
    </dgm:pt>
    <dgm:pt modelId="{D8B53A25-C294-2D42-96F5-FAAB0D9B3572}" type="parTrans" cxnId="{C80B63AC-B8FE-4342-8353-65FAC868FC3A}">
      <dgm:prSet/>
      <dgm:spPr/>
      <dgm:t>
        <a:bodyPr/>
        <a:lstStyle/>
        <a:p>
          <a:endParaRPr lang="en-GB"/>
        </a:p>
      </dgm:t>
    </dgm:pt>
    <dgm:pt modelId="{8FB5A10D-084B-E34E-8D26-69274064BA1B}" type="sibTrans" cxnId="{C80B63AC-B8FE-4342-8353-65FAC868FC3A}">
      <dgm:prSet phldrT="6" phldr="0"/>
      <dgm:spPr/>
      <dgm:t>
        <a:bodyPr/>
        <a:lstStyle/>
        <a:p>
          <a:r>
            <a:rPr lang="en-GB"/>
            <a:t>6</a:t>
          </a:r>
        </a:p>
      </dgm:t>
    </dgm:pt>
    <dgm:pt modelId="{67A3EAB2-A927-40FD-9AFA-029B2F930E82}" type="pres">
      <dgm:prSet presAssocID="{05AA7DE4-8606-43C6-8934-3A7C6B7673DF}" presName="linearFlow" presStyleCnt="0">
        <dgm:presLayoutVars>
          <dgm:dir/>
          <dgm:animLvl val="lvl"/>
          <dgm:resizeHandles val="exact"/>
        </dgm:presLayoutVars>
      </dgm:prSet>
      <dgm:spPr/>
    </dgm:pt>
    <dgm:pt modelId="{D3FE2916-3C0B-47D5-9CA5-9FD1C321D874}" type="pres">
      <dgm:prSet presAssocID="{2F3F471E-564A-4AE8-AC96-DDB15D453B9A}" presName="compositeNode" presStyleCnt="0"/>
      <dgm:spPr/>
    </dgm:pt>
    <dgm:pt modelId="{6BE2A8FD-E6DE-4FC7-8996-9B00FD8A9AAF}" type="pres">
      <dgm:prSet presAssocID="{2F3F471E-564A-4AE8-AC96-DDB15D453B9A}" presName="parTx" presStyleLbl="node1" presStyleIdx="0" presStyleCnt="0">
        <dgm:presLayoutVars>
          <dgm:chMax val="0"/>
          <dgm:chPref val="0"/>
          <dgm:bulletEnabled val="1"/>
        </dgm:presLayoutVars>
      </dgm:prSet>
      <dgm:spPr/>
    </dgm:pt>
    <dgm:pt modelId="{DCC66F15-2337-4F2E-A01B-793641C1C448}" type="pres">
      <dgm:prSet presAssocID="{2F3F471E-564A-4AE8-AC96-DDB15D453B9A}" presName="parSh" presStyleCnt="0"/>
      <dgm:spPr/>
    </dgm:pt>
    <dgm:pt modelId="{507AA39C-4AC6-4B32-8947-D9B72AB80EAA}" type="pres">
      <dgm:prSet presAssocID="{2F3F471E-564A-4AE8-AC96-DDB15D453B9A}" presName="lineNode" presStyleLbl="alignAccFollowNode1" presStyleIdx="0" presStyleCnt="18"/>
      <dgm:spPr/>
    </dgm:pt>
    <dgm:pt modelId="{E88B6069-BDFA-46B6-BE46-935374ED40B5}" type="pres">
      <dgm:prSet presAssocID="{2F3F471E-564A-4AE8-AC96-DDB15D453B9A}" presName="lineArrowNode" presStyleLbl="alignAccFollowNode1" presStyleIdx="1" presStyleCnt="18"/>
      <dgm:spPr/>
    </dgm:pt>
    <dgm:pt modelId="{21DA7DAF-C325-4697-B4F5-19FAFEFE133C}" type="pres">
      <dgm:prSet presAssocID="{74A787FD-7FAE-46B2-9816-06BD5566C3AA}" presName="sibTransNodeCircle" presStyleLbl="alignNode1" presStyleIdx="0" presStyleCnt="6">
        <dgm:presLayoutVars>
          <dgm:chMax val="0"/>
          <dgm:bulletEnabled/>
        </dgm:presLayoutVars>
      </dgm:prSet>
      <dgm:spPr/>
    </dgm:pt>
    <dgm:pt modelId="{B3A67249-92E8-43CC-B8D8-43DE3D3F99E8}" type="pres">
      <dgm:prSet presAssocID="{74A787FD-7FAE-46B2-9816-06BD5566C3AA}" presName="spacerBetweenCircleAndCallout" presStyleCnt="0">
        <dgm:presLayoutVars/>
      </dgm:prSet>
      <dgm:spPr/>
    </dgm:pt>
    <dgm:pt modelId="{21AFE2EA-D6C9-42FF-9078-BA229B6E47ED}" type="pres">
      <dgm:prSet presAssocID="{2F3F471E-564A-4AE8-AC96-DDB15D453B9A}" presName="nodeText" presStyleLbl="alignAccFollowNode1" presStyleIdx="2" presStyleCnt="18">
        <dgm:presLayoutVars>
          <dgm:bulletEnabled val="1"/>
        </dgm:presLayoutVars>
      </dgm:prSet>
      <dgm:spPr/>
    </dgm:pt>
    <dgm:pt modelId="{12D3CDAF-638F-4FF8-A605-25DE4D7DB9E2}" type="pres">
      <dgm:prSet presAssocID="{74A787FD-7FAE-46B2-9816-06BD5566C3AA}" presName="sibTransComposite" presStyleCnt="0"/>
      <dgm:spPr/>
    </dgm:pt>
    <dgm:pt modelId="{A1EF8B59-0B14-4F8F-B560-BD093DDFB051}" type="pres">
      <dgm:prSet presAssocID="{135C0697-F472-49A2-93DE-0F21C3608866}" presName="compositeNode" presStyleCnt="0"/>
      <dgm:spPr/>
    </dgm:pt>
    <dgm:pt modelId="{B801C32B-1705-450A-8F28-D40745EE44AD}" type="pres">
      <dgm:prSet presAssocID="{135C0697-F472-49A2-93DE-0F21C3608866}" presName="parTx" presStyleLbl="node1" presStyleIdx="0" presStyleCnt="0">
        <dgm:presLayoutVars>
          <dgm:chMax val="0"/>
          <dgm:chPref val="0"/>
          <dgm:bulletEnabled val="1"/>
        </dgm:presLayoutVars>
      </dgm:prSet>
      <dgm:spPr/>
    </dgm:pt>
    <dgm:pt modelId="{165123BB-EF37-4D27-9EA4-9236A5A920EE}" type="pres">
      <dgm:prSet presAssocID="{135C0697-F472-49A2-93DE-0F21C3608866}" presName="parSh" presStyleCnt="0"/>
      <dgm:spPr/>
    </dgm:pt>
    <dgm:pt modelId="{ADEB8885-9918-4A9B-A3A2-5357FD84B5C6}" type="pres">
      <dgm:prSet presAssocID="{135C0697-F472-49A2-93DE-0F21C3608866}" presName="lineNode" presStyleLbl="alignAccFollowNode1" presStyleIdx="3" presStyleCnt="18"/>
      <dgm:spPr/>
    </dgm:pt>
    <dgm:pt modelId="{1DBE3192-8A2B-4909-9E27-9357E1846561}" type="pres">
      <dgm:prSet presAssocID="{135C0697-F472-49A2-93DE-0F21C3608866}" presName="lineArrowNode" presStyleLbl="alignAccFollowNode1" presStyleIdx="4" presStyleCnt="18"/>
      <dgm:spPr/>
    </dgm:pt>
    <dgm:pt modelId="{9338A181-A629-41A7-9407-CF35B268E485}" type="pres">
      <dgm:prSet presAssocID="{CA84A933-046E-4526-BF9F-2EE7D41F438D}" presName="sibTransNodeCircle" presStyleLbl="alignNode1" presStyleIdx="1" presStyleCnt="6">
        <dgm:presLayoutVars>
          <dgm:chMax val="0"/>
          <dgm:bulletEnabled/>
        </dgm:presLayoutVars>
      </dgm:prSet>
      <dgm:spPr/>
    </dgm:pt>
    <dgm:pt modelId="{4CB1B9EA-53A8-40FB-90C9-F2BA4EAC240D}" type="pres">
      <dgm:prSet presAssocID="{CA84A933-046E-4526-BF9F-2EE7D41F438D}" presName="spacerBetweenCircleAndCallout" presStyleCnt="0">
        <dgm:presLayoutVars/>
      </dgm:prSet>
      <dgm:spPr/>
    </dgm:pt>
    <dgm:pt modelId="{0CAAEC60-25E8-40B2-8E93-3EC7418D7926}" type="pres">
      <dgm:prSet presAssocID="{135C0697-F472-49A2-93DE-0F21C3608866}" presName="nodeText" presStyleLbl="alignAccFollowNode1" presStyleIdx="5" presStyleCnt="18">
        <dgm:presLayoutVars>
          <dgm:bulletEnabled val="1"/>
        </dgm:presLayoutVars>
      </dgm:prSet>
      <dgm:spPr/>
    </dgm:pt>
    <dgm:pt modelId="{AB3A817E-D4EA-449E-A57B-642F4A746B7A}" type="pres">
      <dgm:prSet presAssocID="{CA84A933-046E-4526-BF9F-2EE7D41F438D}" presName="sibTransComposite" presStyleCnt="0"/>
      <dgm:spPr/>
    </dgm:pt>
    <dgm:pt modelId="{AAB6F1BA-0FC9-4573-B8D2-7C7E825962B9}" type="pres">
      <dgm:prSet presAssocID="{190B6EDD-70EB-4A12-BCE8-2B935E81DA57}" presName="compositeNode" presStyleCnt="0"/>
      <dgm:spPr/>
    </dgm:pt>
    <dgm:pt modelId="{6032C3AE-E371-4191-A848-207CD591C760}" type="pres">
      <dgm:prSet presAssocID="{190B6EDD-70EB-4A12-BCE8-2B935E81DA57}" presName="parTx" presStyleLbl="node1" presStyleIdx="0" presStyleCnt="0">
        <dgm:presLayoutVars>
          <dgm:chMax val="0"/>
          <dgm:chPref val="0"/>
          <dgm:bulletEnabled val="1"/>
        </dgm:presLayoutVars>
      </dgm:prSet>
      <dgm:spPr/>
    </dgm:pt>
    <dgm:pt modelId="{A39938CA-6361-4499-AAEE-F5384BD21EF7}" type="pres">
      <dgm:prSet presAssocID="{190B6EDD-70EB-4A12-BCE8-2B935E81DA57}" presName="parSh" presStyleCnt="0"/>
      <dgm:spPr/>
    </dgm:pt>
    <dgm:pt modelId="{E73F4ACE-B5B9-442A-9999-37CC899E9885}" type="pres">
      <dgm:prSet presAssocID="{190B6EDD-70EB-4A12-BCE8-2B935E81DA57}" presName="lineNode" presStyleLbl="alignAccFollowNode1" presStyleIdx="6" presStyleCnt="18"/>
      <dgm:spPr/>
    </dgm:pt>
    <dgm:pt modelId="{4BB16885-2350-4560-A75C-4BC1956E21F3}" type="pres">
      <dgm:prSet presAssocID="{190B6EDD-70EB-4A12-BCE8-2B935E81DA57}" presName="lineArrowNode" presStyleLbl="alignAccFollowNode1" presStyleIdx="7" presStyleCnt="18"/>
      <dgm:spPr/>
    </dgm:pt>
    <dgm:pt modelId="{7DC36F4F-16E4-473B-A481-BDA1C69089A9}" type="pres">
      <dgm:prSet presAssocID="{1B4D2F51-2543-46A0-A64D-4D4FAF44A886}" presName="sibTransNodeCircle" presStyleLbl="alignNode1" presStyleIdx="2" presStyleCnt="6">
        <dgm:presLayoutVars>
          <dgm:chMax val="0"/>
          <dgm:bulletEnabled/>
        </dgm:presLayoutVars>
      </dgm:prSet>
      <dgm:spPr/>
    </dgm:pt>
    <dgm:pt modelId="{30DE6087-8FA9-4D0F-A386-BEF094361CAA}" type="pres">
      <dgm:prSet presAssocID="{1B4D2F51-2543-46A0-A64D-4D4FAF44A886}" presName="spacerBetweenCircleAndCallout" presStyleCnt="0">
        <dgm:presLayoutVars/>
      </dgm:prSet>
      <dgm:spPr/>
    </dgm:pt>
    <dgm:pt modelId="{048A290B-22D7-4045-A7FD-95F8A350FA82}" type="pres">
      <dgm:prSet presAssocID="{190B6EDD-70EB-4A12-BCE8-2B935E81DA57}" presName="nodeText" presStyleLbl="alignAccFollowNode1" presStyleIdx="8" presStyleCnt="18">
        <dgm:presLayoutVars>
          <dgm:bulletEnabled val="1"/>
        </dgm:presLayoutVars>
      </dgm:prSet>
      <dgm:spPr/>
    </dgm:pt>
    <dgm:pt modelId="{CDCD658E-6971-4BC0-A1E4-C81F003E14E2}" type="pres">
      <dgm:prSet presAssocID="{1B4D2F51-2543-46A0-A64D-4D4FAF44A886}" presName="sibTransComposite" presStyleCnt="0"/>
      <dgm:spPr/>
    </dgm:pt>
    <dgm:pt modelId="{AC85C722-A664-48DA-B338-823D83E63BF9}" type="pres">
      <dgm:prSet presAssocID="{1E31403F-4EC8-D046-87E5-8408789F8297}" presName="compositeNode" presStyleCnt="0"/>
      <dgm:spPr/>
    </dgm:pt>
    <dgm:pt modelId="{B8BBCB47-77A1-4B9F-A3A9-A24833894F7E}" type="pres">
      <dgm:prSet presAssocID="{1E31403F-4EC8-D046-87E5-8408789F8297}" presName="parTx" presStyleLbl="node1" presStyleIdx="0" presStyleCnt="0">
        <dgm:presLayoutVars>
          <dgm:chMax val="0"/>
          <dgm:chPref val="0"/>
          <dgm:bulletEnabled val="1"/>
        </dgm:presLayoutVars>
      </dgm:prSet>
      <dgm:spPr/>
    </dgm:pt>
    <dgm:pt modelId="{A6746BBC-C118-466B-8AC6-FA0209F72424}" type="pres">
      <dgm:prSet presAssocID="{1E31403F-4EC8-D046-87E5-8408789F8297}" presName="parSh" presStyleCnt="0"/>
      <dgm:spPr/>
    </dgm:pt>
    <dgm:pt modelId="{AC862BA0-54C3-4A41-8AD5-A5354FDAE329}" type="pres">
      <dgm:prSet presAssocID="{1E31403F-4EC8-D046-87E5-8408789F8297}" presName="lineNode" presStyleLbl="alignAccFollowNode1" presStyleIdx="9" presStyleCnt="18"/>
      <dgm:spPr/>
    </dgm:pt>
    <dgm:pt modelId="{AC9A100F-51C4-4A8C-B157-A93BC3FA7FEF}" type="pres">
      <dgm:prSet presAssocID="{1E31403F-4EC8-D046-87E5-8408789F8297}" presName="lineArrowNode" presStyleLbl="alignAccFollowNode1" presStyleIdx="10" presStyleCnt="18"/>
      <dgm:spPr/>
    </dgm:pt>
    <dgm:pt modelId="{9120A1D5-B963-4A7A-B4EA-B519D703B122}" type="pres">
      <dgm:prSet presAssocID="{5E4E6F6D-48BC-474D-83F8-C960E3FDA7CF}" presName="sibTransNodeCircle" presStyleLbl="alignNode1" presStyleIdx="3" presStyleCnt="6">
        <dgm:presLayoutVars>
          <dgm:chMax val="0"/>
          <dgm:bulletEnabled/>
        </dgm:presLayoutVars>
      </dgm:prSet>
      <dgm:spPr/>
    </dgm:pt>
    <dgm:pt modelId="{39F1F723-C299-4DAA-BA3A-CCF26DB18916}" type="pres">
      <dgm:prSet presAssocID="{5E4E6F6D-48BC-474D-83F8-C960E3FDA7CF}" presName="spacerBetweenCircleAndCallout" presStyleCnt="0">
        <dgm:presLayoutVars/>
      </dgm:prSet>
      <dgm:spPr/>
    </dgm:pt>
    <dgm:pt modelId="{79742B62-6132-4244-8542-E77558BCB338}" type="pres">
      <dgm:prSet presAssocID="{1E31403F-4EC8-D046-87E5-8408789F8297}" presName="nodeText" presStyleLbl="alignAccFollowNode1" presStyleIdx="11" presStyleCnt="18">
        <dgm:presLayoutVars>
          <dgm:bulletEnabled val="1"/>
        </dgm:presLayoutVars>
      </dgm:prSet>
      <dgm:spPr/>
    </dgm:pt>
    <dgm:pt modelId="{1860D721-8E9F-4733-9694-64F7802EB337}" type="pres">
      <dgm:prSet presAssocID="{5E4E6F6D-48BC-474D-83F8-C960E3FDA7CF}" presName="sibTransComposite" presStyleCnt="0"/>
      <dgm:spPr/>
    </dgm:pt>
    <dgm:pt modelId="{3CA71CAD-66E5-4FD2-B4D8-F9FC67FA679B}" type="pres">
      <dgm:prSet presAssocID="{04D5365A-DA18-1A42-89A2-9517DA3AA65F}" presName="compositeNode" presStyleCnt="0"/>
      <dgm:spPr/>
    </dgm:pt>
    <dgm:pt modelId="{13E96625-8790-43CE-845F-C28811C6E095}" type="pres">
      <dgm:prSet presAssocID="{04D5365A-DA18-1A42-89A2-9517DA3AA65F}" presName="parTx" presStyleLbl="node1" presStyleIdx="0" presStyleCnt="0">
        <dgm:presLayoutVars>
          <dgm:chMax val="0"/>
          <dgm:chPref val="0"/>
          <dgm:bulletEnabled val="1"/>
        </dgm:presLayoutVars>
      </dgm:prSet>
      <dgm:spPr/>
    </dgm:pt>
    <dgm:pt modelId="{C2B1F484-AD76-43F4-9C32-3A4F67748E67}" type="pres">
      <dgm:prSet presAssocID="{04D5365A-DA18-1A42-89A2-9517DA3AA65F}" presName="parSh" presStyleCnt="0"/>
      <dgm:spPr/>
    </dgm:pt>
    <dgm:pt modelId="{A689ACBD-DBEE-4EC5-BB6B-3D0403985E89}" type="pres">
      <dgm:prSet presAssocID="{04D5365A-DA18-1A42-89A2-9517DA3AA65F}" presName="lineNode" presStyleLbl="alignAccFollowNode1" presStyleIdx="12" presStyleCnt="18"/>
      <dgm:spPr/>
    </dgm:pt>
    <dgm:pt modelId="{F3366F08-224C-4758-BDB1-D6B3C27B51EE}" type="pres">
      <dgm:prSet presAssocID="{04D5365A-DA18-1A42-89A2-9517DA3AA65F}" presName="lineArrowNode" presStyleLbl="alignAccFollowNode1" presStyleIdx="13" presStyleCnt="18"/>
      <dgm:spPr/>
    </dgm:pt>
    <dgm:pt modelId="{A3B6C8A0-5517-40A9-85CE-7D759776AC48}" type="pres">
      <dgm:prSet presAssocID="{3D88FEC3-4BCE-B349-9AA6-2FD6099B3935}" presName="sibTransNodeCircle" presStyleLbl="alignNode1" presStyleIdx="4" presStyleCnt="6">
        <dgm:presLayoutVars>
          <dgm:chMax val="0"/>
          <dgm:bulletEnabled/>
        </dgm:presLayoutVars>
      </dgm:prSet>
      <dgm:spPr/>
    </dgm:pt>
    <dgm:pt modelId="{76C532ED-3EC0-48B5-ACE0-E890079F627E}" type="pres">
      <dgm:prSet presAssocID="{3D88FEC3-4BCE-B349-9AA6-2FD6099B3935}" presName="spacerBetweenCircleAndCallout" presStyleCnt="0">
        <dgm:presLayoutVars/>
      </dgm:prSet>
      <dgm:spPr/>
    </dgm:pt>
    <dgm:pt modelId="{EDA562DD-DE7D-4DEB-8DF5-2E3E8B0F9B75}" type="pres">
      <dgm:prSet presAssocID="{04D5365A-DA18-1A42-89A2-9517DA3AA65F}" presName="nodeText" presStyleLbl="alignAccFollowNode1" presStyleIdx="14" presStyleCnt="18">
        <dgm:presLayoutVars>
          <dgm:bulletEnabled val="1"/>
        </dgm:presLayoutVars>
      </dgm:prSet>
      <dgm:spPr/>
    </dgm:pt>
    <dgm:pt modelId="{61685DC4-61CF-4AAE-8F96-745ADF4F9A1A}" type="pres">
      <dgm:prSet presAssocID="{3D88FEC3-4BCE-B349-9AA6-2FD6099B3935}" presName="sibTransComposite" presStyleCnt="0"/>
      <dgm:spPr/>
    </dgm:pt>
    <dgm:pt modelId="{295B434D-C975-4E3F-969E-56363F8FEE93}" type="pres">
      <dgm:prSet presAssocID="{FBEE19CF-F64F-1E43-AC89-FAC21DCFCA4C}" presName="compositeNode" presStyleCnt="0"/>
      <dgm:spPr/>
    </dgm:pt>
    <dgm:pt modelId="{78C6A0FE-580C-49D5-BDFE-2DC35503DEB5}" type="pres">
      <dgm:prSet presAssocID="{FBEE19CF-F64F-1E43-AC89-FAC21DCFCA4C}" presName="parTx" presStyleLbl="node1" presStyleIdx="0" presStyleCnt="0">
        <dgm:presLayoutVars>
          <dgm:chMax val="0"/>
          <dgm:chPref val="0"/>
          <dgm:bulletEnabled val="1"/>
        </dgm:presLayoutVars>
      </dgm:prSet>
      <dgm:spPr/>
    </dgm:pt>
    <dgm:pt modelId="{536754BE-1A51-420B-8242-CC69438DCBF3}" type="pres">
      <dgm:prSet presAssocID="{FBEE19CF-F64F-1E43-AC89-FAC21DCFCA4C}" presName="parSh" presStyleCnt="0"/>
      <dgm:spPr/>
    </dgm:pt>
    <dgm:pt modelId="{EB860A1B-DAD7-4AC1-B6A4-19877ECC6955}" type="pres">
      <dgm:prSet presAssocID="{FBEE19CF-F64F-1E43-AC89-FAC21DCFCA4C}" presName="lineNode" presStyleLbl="alignAccFollowNode1" presStyleIdx="15" presStyleCnt="18"/>
      <dgm:spPr/>
    </dgm:pt>
    <dgm:pt modelId="{9CAC4D13-DA7F-4E94-9FE9-EFF2605D510F}" type="pres">
      <dgm:prSet presAssocID="{FBEE19CF-F64F-1E43-AC89-FAC21DCFCA4C}" presName="lineArrowNode" presStyleLbl="alignAccFollowNode1" presStyleIdx="16" presStyleCnt="18"/>
      <dgm:spPr/>
    </dgm:pt>
    <dgm:pt modelId="{AF4F490C-1EC5-4F24-B3D2-2DC9A678E842}" type="pres">
      <dgm:prSet presAssocID="{8FB5A10D-084B-E34E-8D26-69274064BA1B}" presName="sibTransNodeCircle" presStyleLbl="alignNode1" presStyleIdx="5" presStyleCnt="6">
        <dgm:presLayoutVars>
          <dgm:chMax val="0"/>
          <dgm:bulletEnabled/>
        </dgm:presLayoutVars>
      </dgm:prSet>
      <dgm:spPr/>
    </dgm:pt>
    <dgm:pt modelId="{A28B25B3-6B95-4B8D-9CDD-68CAF131884D}" type="pres">
      <dgm:prSet presAssocID="{8FB5A10D-084B-E34E-8D26-69274064BA1B}" presName="spacerBetweenCircleAndCallout" presStyleCnt="0">
        <dgm:presLayoutVars/>
      </dgm:prSet>
      <dgm:spPr/>
    </dgm:pt>
    <dgm:pt modelId="{A4E9EF2E-C120-4BA0-A40B-09E8D43BD9DE}" type="pres">
      <dgm:prSet presAssocID="{FBEE19CF-F64F-1E43-AC89-FAC21DCFCA4C}" presName="nodeText" presStyleLbl="alignAccFollowNode1" presStyleIdx="17" presStyleCnt="18">
        <dgm:presLayoutVars>
          <dgm:bulletEnabled val="1"/>
        </dgm:presLayoutVars>
      </dgm:prSet>
      <dgm:spPr/>
    </dgm:pt>
  </dgm:ptLst>
  <dgm:cxnLst>
    <dgm:cxn modelId="{AA3BA714-B20A-48D5-98D7-8CAFA6871357}" type="presOf" srcId="{8FB5A10D-084B-E34E-8D26-69274064BA1B}" destId="{AF4F490C-1EC5-4F24-B3D2-2DC9A678E842}" srcOrd="0" destOrd="0" presId="urn:microsoft.com/office/officeart/2016/7/layout/LinearArrowProcessNumbered#3"/>
    <dgm:cxn modelId="{D7D0CF1E-6837-4DCF-A34E-CDAC6B6AB8A9}" type="presOf" srcId="{74A787FD-7FAE-46B2-9816-06BD5566C3AA}" destId="{21DA7DAF-C325-4697-B4F5-19FAFEFE133C}" srcOrd="0" destOrd="0" presId="urn:microsoft.com/office/officeart/2016/7/layout/LinearArrowProcessNumbered#3"/>
    <dgm:cxn modelId="{D82EDF24-C0A4-4894-85E7-A25BE8F11180}" srcId="{05AA7DE4-8606-43C6-8934-3A7C6B7673DF}" destId="{135C0697-F472-49A2-93DE-0F21C3608866}" srcOrd="1" destOrd="0" parTransId="{C4AD6456-417F-4193-9C99-697198439C33}" sibTransId="{CA84A933-046E-4526-BF9F-2EE7D41F438D}"/>
    <dgm:cxn modelId="{8368C132-DCBA-4813-ADED-0C4C60210C1D}" type="presOf" srcId="{190B6EDD-70EB-4A12-BCE8-2B935E81DA57}" destId="{048A290B-22D7-4045-A7FD-95F8A350FA82}" srcOrd="0" destOrd="0" presId="urn:microsoft.com/office/officeart/2016/7/layout/LinearArrowProcessNumbered#3"/>
    <dgm:cxn modelId="{676A1A38-1790-1B49-AF5A-1A28E274B247}" srcId="{05AA7DE4-8606-43C6-8934-3A7C6B7673DF}" destId="{04D5365A-DA18-1A42-89A2-9517DA3AA65F}" srcOrd="4" destOrd="0" parTransId="{C17BECCC-AED3-0B45-8DEC-92E1622A488C}" sibTransId="{3D88FEC3-4BCE-B349-9AA6-2FD6099B3935}"/>
    <dgm:cxn modelId="{59FDC93E-9C75-4829-9FFF-F658D7712F8B}" type="presOf" srcId="{1E31403F-4EC8-D046-87E5-8408789F8297}" destId="{79742B62-6132-4244-8542-E77558BCB338}" srcOrd="0" destOrd="0" presId="urn:microsoft.com/office/officeart/2016/7/layout/LinearArrowProcessNumbered#3"/>
    <dgm:cxn modelId="{A417314C-4408-4FE5-99C6-61E79C93DB94}" type="presOf" srcId="{3D88FEC3-4BCE-B349-9AA6-2FD6099B3935}" destId="{A3B6C8A0-5517-40A9-85CE-7D759776AC48}" srcOrd="0" destOrd="0" presId="urn:microsoft.com/office/officeart/2016/7/layout/LinearArrowProcessNumbered#3"/>
    <dgm:cxn modelId="{94CCBB54-A661-4BDC-8769-B4EAFBD469D0}" type="presOf" srcId="{05AA7DE4-8606-43C6-8934-3A7C6B7673DF}" destId="{67A3EAB2-A927-40FD-9AFA-029B2F930E82}" srcOrd="0" destOrd="0" presId="urn:microsoft.com/office/officeart/2016/7/layout/LinearArrowProcessNumbered#3"/>
    <dgm:cxn modelId="{31168793-CA3E-4E6E-A813-5920BAF4B48E}" srcId="{05AA7DE4-8606-43C6-8934-3A7C6B7673DF}" destId="{190B6EDD-70EB-4A12-BCE8-2B935E81DA57}" srcOrd="2" destOrd="0" parTransId="{89AC0080-0318-405D-920B-D39A391767BE}" sibTransId="{1B4D2F51-2543-46A0-A64D-4D4FAF44A886}"/>
    <dgm:cxn modelId="{BBB2FA93-9019-4093-A653-E0B601FE8E89}" type="presOf" srcId="{5E4E6F6D-48BC-474D-83F8-C960E3FDA7CF}" destId="{9120A1D5-B963-4A7A-B4EA-B519D703B122}" srcOrd="0" destOrd="0" presId="urn:microsoft.com/office/officeart/2016/7/layout/LinearArrowProcessNumbered#3"/>
    <dgm:cxn modelId="{14B991A3-7C84-4DA5-8EF5-B336A209570C}" type="presOf" srcId="{2F3F471E-564A-4AE8-AC96-DDB15D453B9A}" destId="{21AFE2EA-D6C9-42FF-9078-BA229B6E47ED}" srcOrd="0" destOrd="0" presId="urn:microsoft.com/office/officeart/2016/7/layout/LinearArrowProcessNumbered#3"/>
    <dgm:cxn modelId="{C80B63AC-B8FE-4342-8353-65FAC868FC3A}" srcId="{05AA7DE4-8606-43C6-8934-3A7C6B7673DF}" destId="{FBEE19CF-F64F-1E43-AC89-FAC21DCFCA4C}" srcOrd="5" destOrd="0" parTransId="{D8B53A25-C294-2D42-96F5-FAAB0D9B3572}" sibTransId="{8FB5A10D-084B-E34E-8D26-69274064BA1B}"/>
    <dgm:cxn modelId="{A178D8BB-954A-45E8-BE2F-21A9D773AAB0}" type="presOf" srcId="{04D5365A-DA18-1A42-89A2-9517DA3AA65F}" destId="{EDA562DD-DE7D-4DEB-8DF5-2E3E8B0F9B75}" srcOrd="0" destOrd="0" presId="urn:microsoft.com/office/officeart/2016/7/layout/LinearArrowProcessNumbered#3"/>
    <dgm:cxn modelId="{869E9EBC-5E25-407F-BB00-DF95FFBBA4DB}" type="presOf" srcId="{CA84A933-046E-4526-BF9F-2EE7D41F438D}" destId="{9338A181-A629-41A7-9407-CF35B268E485}" srcOrd="0" destOrd="0" presId="urn:microsoft.com/office/officeart/2016/7/layout/LinearArrowProcessNumbered#3"/>
    <dgm:cxn modelId="{0283D4C8-4F2D-4971-BDAE-544E8016AA06}" type="presOf" srcId="{135C0697-F472-49A2-93DE-0F21C3608866}" destId="{0CAAEC60-25E8-40B2-8E93-3EC7418D7926}" srcOrd="0" destOrd="0" presId="urn:microsoft.com/office/officeart/2016/7/layout/LinearArrowProcessNumbered#3"/>
    <dgm:cxn modelId="{2D1BFACF-D52A-4A46-BFFF-E1D6672EF209}" srcId="{05AA7DE4-8606-43C6-8934-3A7C6B7673DF}" destId="{1E31403F-4EC8-D046-87E5-8408789F8297}" srcOrd="3" destOrd="0" parTransId="{5CD5ADCE-44CF-9443-BDCA-749068887831}" sibTransId="{5E4E6F6D-48BC-474D-83F8-C960E3FDA7CF}"/>
    <dgm:cxn modelId="{199BC7D8-C7B3-4BF3-800E-692249C4EDDC}" type="presOf" srcId="{FBEE19CF-F64F-1E43-AC89-FAC21DCFCA4C}" destId="{A4E9EF2E-C120-4BA0-A40B-09E8D43BD9DE}" srcOrd="0" destOrd="0" presId="urn:microsoft.com/office/officeart/2016/7/layout/LinearArrowProcessNumbered#3"/>
    <dgm:cxn modelId="{4DFDFEE3-CABD-40EA-ABB2-8392B3221C58}" type="presOf" srcId="{1B4D2F51-2543-46A0-A64D-4D4FAF44A886}" destId="{7DC36F4F-16E4-473B-A481-BDA1C69089A9}" srcOrd="0" destOrd="0" presId="urn:microsoft.com/office/officeart/2016/7/layout/LinearArrowProcessNumbered#3"/>
    <dgm:cxn modelId="{469DFBF7-5D32-4FF6-9CC8-1557F18AB122}" srcId="{05AA7DE4-8606-43C6-8934-3A7C6B7673DF}" destId="{2F3F471E-564A-4AE8-AC96-DDB15D453B9A}" srcOrd="0" destOrd="0" parTransId="{9D34665E-9704-4C38-8430-0BD46C92C7AB}" sibTransId="{74A787FD-7FAE-46B2-9816-06BD5566C3AA}"/>
    <dgm:cxn modelId="{8DEA183B-39D7-4A80-8F10-7619005DCDA1}" type="presParOf" srcId="{67A3EAB2-A927-40FD-9AFA-029B2F930E82}" destId="{D3FE2916-3C0B-47D5-9CA5-9FD1C321D874}" srcOrd="0" destOrd="0" presId="urn:microsoft.com/office/officeart/2016/7/layout/LinearArrowProcessNumbered#3"/>
    <dgm:cxn modelId="{6A6467FE-B3E3-4900-B15B-1374131E3F2C}" type="presParOf" srcId="{D3FE2916-3C0B-47D5-9CA5-9FD1C321D874}" destId="{6BE2A8FD-E6DE-4FC7-8996-9B00FD8A9AAF}" srcOrd="0" destOrd="0" presId="urn:microsoft.com/office/officeart/2016/7/layout/LinearArrowProcessNumbered#3"/>
    <dgm:cxn modelId="{FA6977EE-F9DE-4196-9EB4-259BF7FD8B21}" type="presParOf" srcId="{D3FE2916-3C0B-47D5-9CA5-9FD1C321D874}" destId="{DCC66F15-2337-4F2E-A01B-793641C1C448}" srcOrd="1" destOrd="0" presId="urn:microsoft.com/office/officeart/2016/7/layout/LinearArrowProcessNumbered#3"/>
    <dgm:cxn modelId="{2D2C089C-F015-4E88-84F6-0FEDFD9CCF48}" type="presParOf" srcId="{DCC66F15-2337-4F2E-A01B-793641C1C448}" destId="{507AA39C-4AC6-4B32-8947-D9B72AB80EAA}" srcOrd="0" destOrd="0" presId="urn:microsoft.com/office/officeart/2016/7/layout/LinearArrowProcessNumbered#3"/>
    <dgm:cxn modelId="{08B1E5B6-A6EF-4AB3-BDD8-D8858596E4DF}" type="presParOf" srcId="{DCC66F15-2337-4F2E-A01B-793641C1C448}" destId="{E88B6069-BDFA-46B6-BE46-935374ED40B5}" srcOrd="1" destOrd="0" presId="urn:microsoft.com/office/officeart/2016/7/layout/LinearArrowProcessNumbered#3"/>
    <dgm:cxn modelId="{A398BC1E-6194-41C4-8A60-3960A6A8DF29}" type="presParOf" srcId="{DCC66F15-2337-4F2E-A01B-793641C1C448}" destId="{21DA7DAF-C325-4697-B4F5-19FAFEFE133C}" srcOrd="2" destOrd="0" presId="urn:microsoft.com/office/officeart/2016/7/layout/LinearArrowProcessNumbered#3"/>
    <dgm:cxn modelId="{E2951790-0DD8-432B-A935-05A7D9EBFAEF}" type="presParOf" srcId="{DCC66F15-2337-4F2E-A01B-793641C1C448}" destId="{B3A67249-92E8-43CC-B8D8-43DE3D3F99E8}" srcOrd="3" destOrd="0" presId="urn:microsoft.com/office/officeart/2016/7/layout/LinearArrowProcessNumbered#3"/>
    <dgm:cxn modelId="{2D604211-EF94-496C-B60B-4E732282130C}" type="presParOf" srcId="{D3FE2916-3C0B-47D5-9CA5-9FD1C321D874}" destId="{21AFE2EA-D6C9-42FF-9078-BA229B6E47ED}" srcOrd="2" destOrd="0" presId="urn:microsoft.com/office/officeart/2016/7/layout/LinearArrowProcessNumbered#3"/>
    <dgm:cxn modelId="{7A21E8C2-9218-404F-9950-6C6C23447875}" type="presParOf" srcId="{67A3EAB2-A927-40FD-9AFA-029B2F930E82}" destId="{12D3CDAF-638F-4FF8-A605-25DE4D7DB9E2}" srcOrd="1" destOrd="0" presId="urn:microsoft.com/office/officeart/2016/7/layout/LinearArrowProcessNumbered#3"/>
    <dgm:cxn modelId="{19C198B0-2F26-46E4-B312-A52CCD3B96BB}" type="presParOf" srcId="{67A3EAB2-A927-40FD-9AFA-029B2F930E82}" destId="{A1EF8B59-0B14-4F8F-B560-BD093DDFB051}" srcOrd="2" destOrd="0" presId="urn:microsoft.com/office/officeart/2016/7/layout/LinearArrowProcessNumbered#3"/>
    <dgm:cxn modelId="{A5325D2D-D649-4944-80E1-41001D0BF7F3}" type="presParOf" srcId="{A1EF8B59-0B14-4F8F-B560-BD093DDFB051}" destId="{B801C32B-1705-450A-8F28-D40745EE44AD}" srcOrd="0" destOrd="0" presId="urn:microsoft.com/office/officeart/2016/7/layout/LinearArrowProcessNumbered#3"/>
    <dgm:cxn modelId="{BF428CE6-3698-4305-83E4-9FA4764B173F}" type="presParOf" srcId="{A1EF8B59-0B14-4F8F-B560-BD093DDFB051}" destId="{165123BB-EF37-4D27-9EA4-9236A5A920EE}" srcOrd="1" destOrd="0" presId="urn:microsoft.com/office/officeart/2016/7/layout/LinearArrowProcessNumbered#3"/>
    <dgm:cxn modelId="{6353B451-F7DB-401B-BDF2-44CFDD63FF0B}" type="presParOf" srcId="{165123BB-EF37-4D27-9EA4-9236A5A920EE}" destId="{ADEB8885-9918-4A9B-A3A2-5357FD84B5C6}" srcOrd="0" destOrd="0" presId="urn:microsoft.com/office/officeart/2016/7/layout/LinearArrowProcessNumbered#3"/>
    <dgm:cxn modelId="{848E0389-30E1-41A6-BE31-9D83901C7F9A}" type="presParOf" srcId="{165123BB-EF37-4D27-9EA4-9236A5A920EE}" destId="{1DBE3192-8A2B-4909-9E27-9357E1846561}" srcOrd="1" destOrd="0" presId="urn:microsoft.com/office/officeart/2016/7/layout/LinearArrowProcessNumbered#3"/>
    <dgm:cxn modelId="{1951FFA9-275E-4AA0-9086-BA8C6194F16D}" type="presParOf" srcId="{165123BB-EF37-4D27-9EA4-9236A5A920EE}" destId="{9338A181-A629-41A7-9407-CF35B268E485}" srcOrd="2" destOrd="0" presId="urn:microsoft.com/office/officeart/2016/7/layout/LinearArrowProcessNumbered#3"/>
    <dgm:cxn modelId="{F5C29E80-F2D2-44BA-BF3D-F61DBF642888}" type="presParOf" srcId="{165123BB-EF37-4D27-9EA4-9236A5A920EE}" destId="{4CB1B9EA-53A8-40FB-90C9-F2BA4EAC240D}" srcOrd="3" destOrd="0" presId="urn:microsoft.com/office/officeart/2016/7/layout/LinearArrowProcessNumbered#3"/>
    <dgm:cxn modelId="{2A876601-C3FE-4553-B079-A4BB24DA212B}" type="presParOf" srcId="{A1EF8B59-0B14-4F8F-B560-BD093DDFB051}" destId="{0CAAEC60-25E8-40B2-8E93-3EC7418D7926}" srcOrd="2" destOrd="0" presId="urn:microsoft.com/office/officeart/2016/7/layout/LinearArrowProcessNumbered#3"/>
    <dgm:cxn modelId="{54346D2F-E80D-44D3-AC0E-31EDCFA0C7CB}" type="presParOf" srcId="{67A3EAB2-A927-40FD-9AFA-029B2F930E82}" destId="{AB3A817E-D4EA-449E-A57B-642F4A746B7A}" srcOrd="3" destOrd="0" presId="urn:microsoft.com/office/officeart/2016/7/layout/LinearArrowProcessNumbered#3"/>
    <dgm:cxn modelId="{8ADAEDCA-4A66-4C99-AFBB-8B325AD54E8E}" type="presParOf" srcId="{67A3EAB2-A927-40FD-9AFA-029B2F930E82}" destId="{AAB6F1BA-0FC9-4573-B8D2-7C7E825962B9}" srcOrd="4" destOrd="0" presId="urn:microsoft.com/office/officeart/2016/7/layout/LinearArrowProcessNumbered#3"/>
    <dgm:cxn modelId="{6D667184-5A0B-40FC-A4F8-05D39C04D562}" type="presParOf" srcId="{AAB6F1BA-0FC9-4573-B8D2-7C7E825962B9}" destId="{6032C3AE-E371-4191-A848-207CD591C760}" srcOrd="0" destOrd="0" presId="urn:microsoft.com/office/officeart/2016/7/layout/LinearArrowProcessNumbered#3"/>
    <dgm:cxn modelId="{913A3E78-2C9D-494D-8279-DF63A7984B87}" type="presParOf" srcId="{AAB6F1BA-0FC9-4573-B8D2-7C7E825962B9}" destId="{A39938CA-6361-4499-AAEE-F5384BD21EF7}" srcOrd="1" destOrd="0" presId="urn:microsoft.com/office/officeart/2016/7/layout/LinearArrowProcessNumbered#3"/>
    <dgm:cxn modelId="{BCA5EAD3-7981-43CB-8A93-FE2E0D215960}" type="presParOf" srcId="{A39938CA-6361-4499-AAEE-F5384BD21EF7}" destId="{E73F4ACE-B5B9-442A-9999-37CC899E9885}" srcOrd="0" destOrd="0" presId="urn:microsoft.com/office/officeart/2016/7/layout/LinearArrowProcessNumbered#3"/>
    <dgm:cxn modelId="{E344DD1C-D04B-4454-B8CD-960ABD686A5C}" type="presParOf" srcId="{A39938CA-6361-4499-AAEE-F5384BD21EF7}" destId="{4BB16885-2350-4560-A75C-4BC1956E21F3}" srcOrd="1" destOrd="0" presId="urn:microsoft.com/office/officeart/2016/7/layout/LinearArrowProcessNumbered#3"/>
    <dgm:cxn modelId="{6D710FF2-073F-4BA8-A0EF-986148808E0D}" type="presParOf" srcId="{A39938CA-6361-4499-AAEE-F5384BD21EF7}" destId="{7DC36F4F-16E4-473B-A481-BDA1C69089A9}" srcOrd="2" destOrd="0" presId="urn:microsoft.com/office/officeart/2016/7/layout/LinearArrowProcessNumbered#3"/>
    <dgm:cxn modelId="{9682C9E1-2CCE-4F74-8B8A-80CC58290E20}" type="presParOf" srcId="{A39938CA-6361-4499-AAEE-F5384BD21EF7}" destId="{30DE6087-8FA9-4D0F-A386-BEF094361CAA}" srcOrd="3" destOrd="0" presId="urn:microsoft.com/office/officeart/2016/7/layout/LinearArrowProcessNumbered#3"/>
    <dgm:cxn modelId="{0EF69EBF-6035-467F-8337-982BEE105AC9}" type="presParOf" srcId="{AAB6F1BA-0FC9-4573-B8D2-7C7E825962B9}" destId="{048A290B-22D7-4045-A7FD-95F8A350FA82}" srcOrd="2" destOrd="0" presId="urn:microsoft.com/office/officeart/2016/7/layout/LinearArrowProcessNumbered#3"/>
    <dgm:cxn modelId="{D9E6F5E0-7916-4E01-99BF-DA811ED2303C}" type="presParOf" srcId="{67A3EAB2-A927-40FD-9AFA-029B2F930E82}" destId="{CDCD658E-6971-4BC0-A1E4-C81F003E14E2}" srcOrd="5" destOrd="0" presId="urn:microsoft.com/office/officeart/2016/7/layout/LinearArrowProcessNumbered#3"/>
    <dgm:cxn modelId="{B287649C-AB62-448A-9788-2F638BB623B9}" type="presParOf" srcId="{67A3EAB2-A927-40FD-9AFA-029B2F930E82}" destId="{AC85C722-A664-48DA-B338-823D83E63BF9}" srcOrd="6" destOrd="0" presId="urn:microsoft.com/office/officeart/2016/7/layout/LinearArrowProcessNumbered#3"/>
    <dgm:cxn modelId="{BC47AE67-C879-4F69-923F-DC44094F8723}" type="presParOf" srcId="{AC85C722-A664-48DA-B338-823D83E63BF9}" destId="{B8BBCB47-77A1-4B9F-A3A9-A24833894F7E}" srcOrd="0" destOrd="0" presId="urn:microsoft.com/office/officeart/2016/7/layout/LinearArrowProcessNumbered#3"/>
    <dgm:cxn modelId="{8DC62357-CA8C-491F-9C51-9BED30610A8B}" type="presParOf" srcId="{AC85C722-A664-48DA-B338-823D83E63BF9}" destId="{A6746BBC-C118-466B-8AC6-FA0209F72424}" srcOrd="1" destOrd="0" presId="urn:microsoft.com/office/officeart/2016/7/layout/LinearArrowProcessNumbered#3"/>
    <dgm:cxn modelId="{B076627C-B06A-4933-B105-DE579D87202A}" type="presParOf" srcId="{A6746BBC-C118-466B-8AC6-FA0209F72424}" destId="{AC862BA0-54C3-4A41-8AD5-A5354FDAE329}" srcOrd="0" destOrd="0" presId="urn:microsoft.com/office/officeart/2016/7/layout/LinearArrowProcessNumbered#3"/>
    <dgm:cxn modelId="{CD7B5732-A524-46BA-BC04-649B3F302CF4}" type="presParOf" srcId="{A6746BBC-C118-466B-8AC6-FA0209F72424}" destId="{AC9A100F-51C4-4A8C-B157-A93BC3FA7FEF}" srcOrd="1" destOrd="0" presId="urn:microsoft.com/office/officeart/2016/7/layout/LinearArrowProcessNumbered#3"/>
    <dgm:cxn modelId="{5545CBEB-7031-40B5-AE89-B218BCC3ECCF}" type="presParOf" srcId="{A6746BBC-C118-466B-8AC6-FA0209F72424}" destId="{9120A1D5-B963-4A7A-B4EA-B519D703B122}" srcOrd="2" destOrd="0" presId="urn:microsoft.com/office/officeart/2016/7/layout/LinearArrowProcessNumbered#3"/>
    <dgm:cxn modelId="{AC132A5F-6EC1-45FF-8E1F-377EE6C38ED3}" type="presParOf" srcId="{A6746BBC-C118-466B-8AC6-FA0209F72424}" destId="{39F1F723-C299-4DAA-BA3A-CCF26DB18916}" srcOrd="3" destOrd="0" presId="urn:microsoft.com/office/officeart/2016/7/layout/LinearArrowProcessNumbered#3"/>
    <dgm:cxn modelId="{7CE90228-4AF4-4BC1-912A-50E3DEC91980}" type="presParOf" srcId="{AC85C722-A664-48DA-B338-823D83E63BF9}" destId="{79742B62-6132-4244-8542-E77558BCB338}" srcOrd="2" destOrd="0" presId="urn:microsoft.com/office/officeart/2016/7/layout/LinearArrowProcessNumbered#3"/>
    <dgm:cxn modelId="{598E9398-15B5-493E-8815-DD745D26148A}" type="presParOf" srcId="{67A3EAB2-A927-40FD-9AFA-029B2F930E82}" destId="{1860D721-8E9F-4733-9694-64F7802EB337}" srcOrd="7" destOrd="0" presId="urn:microsoft.com/office/officeart/2016/7/layout/LinearArrowProcessNumbered#3"/>
    <dgm:cxn modelId="{11D99FC6-5484-405F-9172-C68B669299B5}" type="presParOf" srcId="{67A3EAB2-A927-40FD-9AFA-029B2F930E82}" destId="{3CA71CAD-66E5-4FD2-B4D8-F9FC67FA679B}" srcOrd="8" destOrd="0" presId="urn:microsoft.com/office/officeart/2016/7/layout/LinearArrowProcessNumbered#3"/>
    <dgm:cxn modelId="{0229C635-5B78-4BDC-809C-00FEA32E4AB8}" type="presParOf" srcId="{3CA71CAD-66E5-4FD2-B4D8-F9FC67FA679B}" destId="{13E96625-8790-43CE-845F-C28811C6E095}" srcOrd="0" destOrd="0" presId="urn:microsoft.com/office/officeart/2016/7/layout/LinearArrowProcessNumbered#3"/>
    <dgm:cxn modelId="{E1616679-FCD5-4AF5-A1F6-E1E384B81A56}" type="presParOf" srcId="{3CA71CAD-66E5-4FD2-B4D8-F9FC67FA679B}" destId="{C2B1F484-AD76-43F4-9C32-3A4F67748E67}" srcOrd="1" destOrd="0" presId="urn:microsoft.com/office/officeart/2016/7/layout/LinearArrowProcessNumbered#3"/>
    <dgm:cxn modelId="{A489C733-AB4B-4A7C-8448-BF900C92F747}" type="presParOf" srcId="{C2B1F484-AD76-43F4-9C32-3A4F67748E67}" destId="{A689ACBD-DBEE-4EC5-BB6B-3D0403985E89}" srcOrd="0" destOrd="0" presId="urn:microsoft.com/office/officeart/2016/7/layout/LinearArrowProcessNumbered#3"/>
    <dgm:cxn modelId="{2C75DE0A-805F-4C61-8A6D-EA4EF2F105C1}" type="presParOf" srcId="{C2B1F484-AD76-43F4-9C32-3A4F67748E67}" destId="{F3366F08-224C-4758-BDB1-D6B3C27B51EE}" srcOrd="1" destOrd="0" presId="urn:microsoft.com/office/officeart/2016/7/layout/LinearArrowProcessNumbered#3"/>
    <dgm:cxn modelId="{719F9909-69F8-4982-95A0-5697BF451551}" type="presParOf" srcId="{C2B1F484-AD76-43F4-9C32-3A4F67748E67}" destId="{A3B6C8A0-5517-40A9-85CE-7D759776AC48}" srcOrd="2" destOrd="0" presId="urn:microsoft.com/office/officeart/2016/7/layout/LinearArrowProcessNumbered#3"/>
    <dgm:cxn modelId="{47A2B80C-BA4C-41BB-8B50-528A9C3D27E5}" type="presParOf" srcId="{C2B1F484-AD76-43F4-9C32-3A4F67748E67}" destId="{76C532ED-3EC0-48B5-ACE0-E890079F627E}" srcOrd="3" destOrd="0" presId="urn:microsoft.com/office/officeart/2016/7/layout/LinearArrowProcessNumbered#3"/>
    <dgm:cxn modelId="{42DEF742-359C-4123-A29B-77F530960522}" type="presParOf" srcId="{3CA71CAD-66E5-4FD2-B4D8-F9FC67FA679B}" destId="{EDA562DD-DE7D-4DEB-8DF5-2E3E8B0F9B75}" srcOrd="2" destOrd="0" presId="urn:microsoft.com/office/officeart/2016/7/layout/LinearArrowProcessNumbered#3"/>
    <dgm:cxn modelId="{0CA8A643-B367-49EE-AAD9-520E506E24E2}" type="presParOf" srcId="{67A3EAB2-A927-40FD-9AFA-029B2F930E82}" destId="{61685DC4-61CF-4AAE-8F96-745ADF4F9A1A}" srcOrd="9" destOrd="0" presId="urn:microsoft.com/office/officeart/2016/7/layout/LinearArrowProcessNumbered#3"/>
    <dgm:cxn modelId="{A132AEFC-1186-4E0F-A184-34C627D1E209}" type="presParOf" srcId="{67A3EAB2-A927-40FD-9AFA-029B2F930E82}" destId="{295B434D-C975-4E3F-969E-56363F8FEE93}" srcOrd="10" destOrd="0" presId="urn:microsoft.com/office/officeart/2016/7/layout/LinearArrowProcessNumbered#3"/>
    <dgm:cxn modelId="{48FF0390-5F6A-471F-B3EC-B7EE75EBE454}" type="presParOf" srcId="{295B434D-C975-4E3F-969E-56363F8FEE93}" destId="{78C6A0FE-580C-49D5-BDFE-2DC35503DEB5}" srcOrd="0" destOrd="0" presId="urn:microsoft.com/office/officeart/2016/7/layout/LinearArrowProcessNumbered#3"/>
    <dgm:cxn modelId="{D7EE8C35-BF35-4833-8933-E8503FCAFC02}" type="presParOf" srcId="{295B434D-C975-4E3F-969E-56363F8FEE93}" destId="{536754BE-1A51-420B-8242-CC69438DCBF3}" srcOrd="1" destOrd="0" presId="urn:microsoft.com/office/officeart/2016/7/layout/LinearArrowProcessNumbered#3"/>
    <dgm:cxn modelId="{D087BBCC-03ED-4690-8D22-79A5B1FBE4F5}" type="presParOf" srcId="{536754BE-1A51-420B-8242-CC69438DCBF3}" destId="{EB860A1B-DAD7-4AC1-B6A4-19877ECC6955}" srcOrd="0" destOrd="0" presId="urn:microsoft.com/office/officeart/2016/7/layout/LinearArrowProcessNumbered#3"/>
    <dgm:cxn modelId="{DDF1C6EC-8E10-4957-ABB0-905D579FFD9C}" type="presParOf" srcId="{536754BE-1A51-420B-8242-CC69438DCBF3}" destId="{9CAC4D13-DA7F-4E94-9FE9-EFF2605D510F}" srcOrd="1" destOrd="0" presId="urn:microsoft.com/office/officeart/2016/7/layout/LinearArrowProcessNumbered#3"/>
    <dgm:cxn modelId="{71D902CF-B3E2-42EF-AAD6-B974E1CB350C}" type="presParOf" srcId="{536754BE-1A51-420B-8242-CC69438DCBF3}" destId="{AF4F490C-1EC5-4F24-B3D2-2DC9A678E842}" srcOrd="2" destOrd="0" presId="urn:microsoft.com/office/officeart/2016/7/layout/LinearArrowProcessNumbered#3"/>
    <dgm:cxn modelId="{83C60842-386C-4D58-8857-3B21940D5E5B}" type="presParOf" srcId="{536754BE-1A51-420B-8242-CC69438DCBF3}" destId="{A28B25B3-6B95-4B8D-9CDD-68CAF131884D}" srcOrd="3" destOrd="0" presId="urn:microsoft.com/office/officeart/2016/7/layout/LinearArrowProcessNumbered#3"/>
    <dgm:cxn modelId="{3D6FE558-A028-43AC-989D-089B0EA37DDA}" type="presParOf" srcId="{295B434D-C975-4E3F-969E-56363F8FEE93}" destId="{A4E9EF2E-C120-4BA0-A40B-09E8D43BD9DE}" srcOrd="2" destOrd="0" presId="urn:microsoft.com/office/officeart/2016/7/layout/LinearArrowProcessNumbered#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667DBBF-27AA-1F46-86A6-F56E05CBDAE9}" type="doc">
      <dgm:prSet loTypeId="urn:microsoft.com/office/officeart/2024/layout/NumberedTitleList#1" loCatId="" qsTypeId="urn:microsoft.com/office/officeart/2005/8/quickstyle/simple1" qsCatId="simple" csTypeId="urn:microsoft.com/office/officeart/2005/8/colors/colorful2" csCatId="colorful" phldr="1"/>
      <dgm:spPr/>
      <dgm:t>
        <a:bodyPr/>
        <a:lstStyle/>
        <a:p>
          <a:endParaRPr lang="en-GB"/>
        </a:p>
      </dgm:t>
    </dgm:pt>
    <dgm:pt modelId="{0D04ED57-72F4-3B47-A9DE-3AA8E372D79E}">
      <dgm:prSet phldrT="[Text]"/>
      <dgm:spPr/>
      <dgm:t>
        <a:bodyPr/>
        <a:lstStyle/>
        <a:p>
          <a:r>
            <a:rPr lang="en-GB"/>
            <a:t>Data Loading &amp; Pre-Processing</a:t>
          </a:r>
        </a:p>
      </dgm:t>
    </dgm:pt>
    <dgm:pt modelId="{BF4E87B1-7987-FC4D-9346-5958575AB3F0}" type="parTrans" cxnId="{91E85DAD-BA57-5343-BE7D-A366955F6E9B}">
      <dgm:prSet/>
      <dgm:spPr/>
      <dgm:t>
        <a:bodyPr/>
        <a:lstStyle/>
        <a:p>
          <a:endParaRPr lang="en-GB"/>
        </a:p>
      </dgm:t>
    </dgm:pt>
    <dgm:pt modelId="{948219E3-F639-444B-B831-73DA08FE492C}" type="sibTrans" cxnId="{91E85DAD-BA57-5343-BE7D-A366955F6E9B}">
      <dgm:prSet phldrT="1" phldr="0"/>
      <dgm:spPr/>
      <dgm:t>
        <a:bodyPr/>
        <a:lstStyle/>
        <a:p>
          <a:r>
            <a:t>1</a:t>
          </a:r>
        </a:p>
      </dgm:t>
    </dgm:pt>
    <dgm:pt modelId="{B1BECD7C-35DC-9845-8848-13EFB6DBD53B}">
      <dgm:prSet phldrT="[Text]"/>
      <dgm:spPr/>
      <dgm:t>
        <a:bodyPr/>
        <a:lstStyle/>
        <a:p>
          <a:r>
            <a:rPr lang="en-GB"/>
            <a:t>Train model on baseline</a:t>
          </a:r>
        </a:p>
      </dgm:t>
    </dgm:pt>
    <dgm:pt modelId="{DD6FA9EC-DA9D-4448-B2EE-6A2B03AC35E9}" type="parTrans" cxnId="{D06DDA0E-974B-4A42-BA4F-41CC99B0111A}">
      <dgm:prSet/>
      <dgm:spPr/>
      <dgm:t>
        <a:bodyPr/>
        <a:lstStyle/>
        <a:p>
          <a:endParaRPr lang="en-GB"/>
        </a:p>
      </dgm:t>
    </dgm:pt>
    <dgm:pt modelId="{74BCE762-ED2E-D34B-B4F2-38137211B79C}" type="sibTrans" cxnId="{D06DDA0E-974B-4A42-BA4F-41CC99B0111A}">
      <dgm:prSet phldrT="2" phldr="0"/>
      <dgm:spPr/>
      <dgm:t>
        <a:bodyPr/>
        <a:lstStyle/>
        <a:p>
          <a:r>
            <a:t>2</a:t>
          </a:r>
        </a:p>
      </dgm:t>
    </dgm:pt>
    <dgm:pt modelId="{AA859769-82BE-CA4D-9A16-5908E68E1AA8}">
      <dgm:prSet phldrT="[Text]"/>
      <dgm:spPr/>
      <dgm:t>
        <a:bodyPr/>
        <a:lstStyle/>
        <a:p>
          <a:r>
            <a:rPr lang="en-GB"/>
            <a:t>FGSM Attack using epsilon sweep</a:t>
          </a:r>
        </a:p>
      </dgm:t>
    </dgm:pt>
    <dgm:pt modelId="{14BB39EA-4CCC-064D-A9C9-F7D8CB3EA587}" type="parTrans" cxnId="{E054DB0A-DD0D-DE4A-8615-C330A6DA9C3C}">
      <dgm:prSet/>
      <dgm:spPr/>
      <dgm:t>
        <a:bodyPr/>
        <a:lstStyle/>
        <a:p>
          <a:endParaRPr lang="en-GB"/>
        </a:p>
      </dgm:t>
    </dgm:pt>
    <dgm:pt modelId="{CF8663C3-6971-0249-810D-78076ECB3C6E}" type="sibTrans" cxnId="{E054DB0A-DD0D-DE4A-8615-C330A6DA9C3C}">
      <dgm:prSet phldrT="3" phldr="0"/>
      <dgm:spPr/>
      <dgm:t>
        <a:bodyPr/>
        <a:lstStyle/>
        <a:p>
          <a:r>
            <a:t>3</a:t>
          </a:r>
        </a:p>
      </dgm:t>
    </dgm:pt>
    <dgm:pt modelId="{E8B815B2-F55F-A64F-ABCB-A76FF11D4EB8}">
      <dgm:prSet phldrT="[Text]"/>
      <dgm:spPr/>
      <dgm:t>
        <a:bodyPr/>
        <a:lstStyle/>
        <a:p>
          <a:r>
            <a:rPr lang="en-GB"/>
            <a:t>Analysis &amp; Visualisation</a:t>
          </a:r>
        </a:p>
      </dgm:t>
    </dgm:pt>
    <dgm:pt modelId="{44FDED83-EAD4-744F-8AE4-2D95D8FBC5A7}" type="parTrans" cxnId="{F22397B3-6056-E341-938D-E765B96EC3B2}">
      <dgm:prSet/>
      <dgm:spPr/>
      <dgm:t>
        <a:bodyPr/>
        <a:lstStyle/>
        <a:p>
          <a:endParaRPr lang="en-GB"/>
        </a:p>
      </dgm:t>
    </dgm:pt>
    <dgm:pt modelId="{84E56087-235C-904C-8288-E277BCCA8D41}" type="sibTrans" cxnId="{F22397B3-6056-E341-938D-E765B96EC3B2}">
      <dgm:prSet phldrT="4" phldr="0"/>
      <dgm:spPr/>
      <dgm:t>
        <a:bodyPr/>
        <a:lstStyle/>
        <a:p>
          <a:r>
            <a:rPr lang="en-GB"/>
            <a:t>4</a:t>
          </a:r>
        </a:p>
      </dgm:t>
    </dgm:pt>
    <dgm:pt modelId="{AC00FEC3-47F8-1441-B5B4-2DD6D4E0F830}" type="pres">
      <dgm:prSet presAssocID="{1667DBBF-27AA-1F46-86A6-F56E05CBDAE9}" presName="Name0" presStyleCnt="0">
        <dgm:presLayoutVars>
          <dgm:dir/>
          <dgm:animLvl val="lvl"/>
          <dgm:resizeHandles val="exact"/>
        </dgm:presLayoutVars>
      </dgm:prSet>
      <dgm:spPr/>
    </dgm:pt>
    <dgm:pt modelId="{DF84B094-694C-4B4A-9246-1FC8EA5C015C}" type="pres">
      <dgm:prSet presAssocID="{0D04ED57-72F4-3B47-A9DE-3AA8E372D79E}" presName="compositeNode" presStyleCnt="0">
        <dgm:presLayoutVars>
          <dgm:bulletEnabled val="1"/>
        </dgm:presLayoutVars>
      </dgm:prSet>
      <dgm:spPr/>
    </dgm:pt>
    <dgm:pt modelId="{329C6148-EEC4-FB4F-A0E7-68D608D6409B}" type="pres">
      <dgm:prSet presAssocID="{0D04ED57-72F4-3B47-A9DE-3AA8E372D79E}" presName="bgRect" presStyleLbl="fgAcc1" presStyleIdx="0" presStyleCnt="4"/>
      <dgm:spPr/>
    </dgm:pt>
    <dgm:pt modelId="{2092F246-056B-7D4E-9DC8-05580FE54B0D}" type="pres">
      <dgm:prSet presAssocID="{948219E3-F639-444B-B831-73DA08FE492C}" presName="sibTransNodeCircle" presStyleLbl="alignNode1" presStyleIdx="0" presStyleCnt="4">
        <dgm:presLayoutVars>
          <dgm:chMax val="0"/>
          <dgm:bulletEnabled/>
        </dgm:presLayoutVars>
      </dgm:prSet>
      <dgm:spPr/>
    </dgm:pt>
    <dgm:pt modelId="{6A0B5E16-EB66-C643-B28E-65AF2BCBE09A}" type="pres">
      <dgm:prSet presAssocID="{0D04ED57-72F4-3B47-A9DE-3AA8E372D79E}" presName="nodeText" presStyleLbl="bgAccFollowNode1" presStyleIdx="0" presStyleCnt="0">
        <dgm:presLayoutVars>
          <dgm:bulletEnabled val="1"/>
        </dgm:presLayoutVars>
      </dgm:prSet>
      <dgm:spPr/>
    </dgm:pt>
    <dgm:pt modelId="{ADF57F97-E044-9740-BE9B-703CBE5E72B8}" type="pres">
      <dgm:prSet presAssocID="{948219E3-F639-444B-B831-73DA08FE492C}" presName="sibTrans" presStyleCnt="0"/>
      <dgm:spPr/>
    </dgm:pt>
    <dgm:pt modelId="{BD739A91-528C-9E46-B4B5-D73CCE4D309B}" type="pres">
      <dgm:prSet presAssocID="{B1BECD7C-35DC-9845-8848-13EFB6DBD53B}" presName="compositeNode" presStyleCnt="0">
        <dgm:presLayoutVars>
          <dgm:bulletEnabled val="1"/>
        </dgm:presLayoutVars>
      </dgm:prSet>
      <dgm:spPr/>
    </dgm:pt>
    <dgm:pt modelId="{F99985F0-64F5-2D41-987C-B2425FE37D4D}" type="pres">
      <dgm:prSet presAssocID="{B1BECD7C-35DC-9845-8848-13EFB6DBD53B}" presName="bgRect" presStyleLbl="fgAcc1" presStyleIdx="1" presStyleCnt="4"/>
      <dgm:spPr/>
    </dgm:pt>
    <dgm:pt modelId="{48478759-6543-4E43-BC23-5F9562FDE527}" type="pres">
      <dgm:prSet presAssocID="{74BCE762-ED2E-D34B-B4F2-38137211B79C}" presName="sibTransNodeCircle" presStyleLbl="alignNode1" presStyleIdx="1" presStyleCnt="4">
        <dgm:presLayoutVars>
          <dgm:chMax val="0"/>
          <dgm:bulletEnabled/>
        </dgm:presLayoutVars>
      </dgm:prSet>
      <dgm:spPr/>
    </dgm:pt>
    <dgm:pt modelId="{5FF9D083-46DE-0540-BBD9-703216057131}" type="pres">
      <dgm:prSet presAssocID="{B1BECD7C-35DC-9845-8848-13EFB6DBD53B}" presName="nodeText" presStyleLbl="bgAccFollowNode1" presStyleIdx="0" presStyleCnt="0">
        <dgm:presLayoutVars>
          <dgm:bulletEnabled val="1"/>
        </dgm:presLayoutVars>
      </dgm:prSet>
      <dgm:spPr/>
    </dgm:pt>
    <dgm:pt modelId="{A7B728CB-695B-D840-98DA-9B602619D6E6}" type="pres">
      <dgm:prSet presAssocID="{74BCE762-ED2E-D34B-B4F2-38137211B79C}" presName="sibTrans" presStyleCnt="0"/>
      <dgm:spPr/>
    </dgm:pt>
    <dgm:pt modelId="{BD5C4399-5D6E-DB48-8587-6041B8725BAF}" type="pres">
      <dgm:prSet presAssocID="{AA859769-82BE-CA4D-9A16-5908E68E1AA8}" presName="compositeNode" presStyleCnt="0">
        <dgm:presLayoutVars>
          <dgm:bulletEnabled val="1"/>
        </dgm:presLayoutVars>
      </dgm:prSet>
      <dgm:spPr/>
    </dgm:pt>
    <dgm:pt modelId="{2F7B4C95-A2F4-424E-854A-6B40DDDAECA5}" type="pres">
      <dgm:prSet presAssocID="{AA859769-82BE-CA4D-9A16-5908E68E1AA8}" presName="bgRect" presStyleLbl="fgAcc1" presStyleIdx="2" presStyleCnt="4"/>
      <dgm:spPr/>
    </dgm:pt>
    <dgm:pt modelId="{CD52BD64-94EC-6447-85B8-E5B7B3B0AD95}" type="pres">
      <dgm:prSet presAssocID="{CF8663C3-6971-0249-810D-78076ECB3C6E}" presName="sibTransNodeCircle" presStyleLbl="alignNode1" presStyleIdx="2" presStyleCnt="4">
        <dgm:presLayoutVars>
          <dgm:chMax val="0"/>
          <dgm:bulletEnabled/>
        </dgm:presLayoutVars>
      </dgm:prSet>
      <dgm:spPr/>
    </dgm:pt>
    <dgm:pt modelId="{8863EE60-5B4D-6B4A-A8E6-304B6CBC5769}" type="pres">
      <dgm:prSet presAssocID="{AA859769-82BE-CA4D-9A16-5908E68E1AA8}" presName="nodeText" presStyleLbl="bgAccFollowNode1" presStyleIdx="0" presStyleCnt="0">
        <dgm:presLayoutVars>
          <dgm:bulletEnabled val="1"/>
        </dgm:presLayoutVars>
      </dgm:prSet>
      <dgm:spPr/>
    </dgm:pt>
    <dgm:pt modelId="{655AEB3B-978D-EB4F-B42A-FB0F362E39E2}" type="pres">
      <dgm:prSet presAssocID="{CF8663C3-6971-0249-810D-78076ECB3C6E}" presName="sibTrans" presStyleCnt="0"/>
      <dgm:spPr/>
    </dgm:pt>
    <dgm:pt modelId="{28BB2592-28E8-684B-844D-1BA8F0FF48BB}" type="pres">
      <dgm:prSet presAssocID="{E8B815B2-F55F-A64F-ABCB-A76FF11D4EB8}" presName="compositeNode" presStyleCnt="0">
        <dgm:presLayoutVars>
          <dgm:bulletEnabled val="1"/>
        </dgm:presLayoutVars>
      </dgm:prSet>
      <dgm:spPr/>
    </dgm:pt>
    <dgm:pt modelId="{DE391B3C-F5EB-074A-9C27-0BCA890289A3}" type="pres">
      <dgm:prSet presAssocID="{E8B815B2-F55F-A64F-ABCB-A76FF11D4EB8}" presName="bgRect" presStyleLbl="fgAcc1" presStyleIdx="3" presStyleCnt="4"/>
      <dgm:spPr/>
    </dgm:pt>
    <dgm:pt modelId="{C5862252-3087-5D49-908A-FC21D03D549C}" type="pres">
      <dgm:prSet presAssocID="{84E56087-235C-904C-8288-E277BCCA8D41}" presName="sibTransNodeCircle" presStyleLbl="alignNode1" presStyleIdx="3" presStyleCnt="4">
        <dgm:presLayoutVars>
          <dgm:chMax val="0"/>
          <dgm:bulletEnabled/>
        </dgm:presLayoutVars>
      </dgm:prSet>
      <dgm:spPr/>
    </dgm:pt>
    <dgm:pt modelId="{6A439295-287D-7B4B-B4AE-73A0A6C9F5D7}" type="pres">
      <dgm:prSet presAssocID="{E8B815B2-F55F-A64F-ABCB-A76FF11D4EB8}" presName="nodeText" presStyleLbl="bgAccFollowNode1" presStyleIdx="0" presStyleCnt="0">
        <dgm:presLayoutVars>
          <dgm:bulletEnabled val="1"/>
        </dgm:presLayoutVars>
      </dgm:prSet>
      <dgm:spPr/>
    </dgm:pt>
  </dgm:ptLst>
  <dgm:cxnLst>
    <dgm:cxn modelId="{E054DB0A-DD0D-DE4A-8615-C330A6DA9C3C}" srcId="{1667DBBF-27AA-1F46-86A6-F56E05CBDAE9}" destId="{AA859769-82BE-CA4D-9A16-5908E68E1AA8}" srcOrd="2" destOrd="0" parTransId="{14BB39EA-4CCC-064D-A9C9-F7D8CB3EA587}" sibTransId="{CF8663C3-6971-0249-810D-78076ECB3C6E}"/>
    <dgm:cxn modelId="{D06DDA0E-974B-4A42-BA4F-41CC99B0111A}" srcId="{1667DBBF-27AA-1F46-86A6-F56E05CBDAE9}" destId="{B1BECD7C-35DC-9845-8848-13EFB6DBD53B}" srcOrd="1" destOrd="0" parTransId="{DD6FA9EC-DA9D-4448-B2EE-6A2B03AC35E9}" sibTransId="{74BCE762-ED2E-D34B-B4F2-38137211B79C}"/>
    <dgm:cxn modelId="{92BCB128-F73D-204D-AA8D-FB8EF2E53EFA}" type="presOf" srcId="{1667DBBF-27AA-1F46-86A6-F56E05CBDAE9}" destId="{AC00FEC3-47F8-1441-B5B4-2DD6D4E0F830}" srcOrd="0" destOrd="0" presId="urn:microsoft.com/office/officeart/2024/layout/NumberedTitleList#1"/>
    <dgm:cxn modelId="{CE1D2330-FBA8-874A-9550-EEFA943F8475}" type="presOf" srcId="{E8B815B2-F55F-A64F-ABCB-A76FF11D4EB8}" destId="{DE391B3C-F5EB-074A-9C27-0BCA890289A3}" srcOrd="0" destOrd="0" presId="urn:microsoft.com/office/officeart/2024/layout/NumberedTitleList#1"/>
    <dgm:cxn modelId="{56FF1868-1D72-8E41-AB7A-1D8656FB370B}" type="presOf" srcId="{AA859769-82BE-CA4D-9A16-5908E68E1AA8}" destId="{2F7B4C95-A2F4-424E-854A-6B40DDDAECA5}" srcOrd="0" destOrd="0" presId="urn:microsoft.com/office/officeart/2024/layout/NumberedTitleList#1"/>
    <dgm:cxn modelId="{DD39E250-85C4-C44E-A7AA-999BBAA39F1D}" type="presOf" srcId="{74BCE762-ED2E-D34B-B4F2-38137211B79C}" destId="{48478759-6543-4E43-BC23-5F9562FDE527}" srcOrd="0" destOrd="0" presId="urn:microsoft.com/office/officeart/2024/layout/NumberedTitleList#1"/>
    <dgm:cxn modelId="{139F1871-9DD6-EA45-83E5-2E2048DCE1E3}" type="presOf" srcId="{948219E3-F639-444B-B831-73DA08FE492C}" destId="{2092F246-056B-7D4E-9DC8-05580FE54B0D}" srcOrd="0" destOrd="0" presId="urn:microsoft.com/office/officeart/2024/layout/NumberedTitleList#1"/>
    <dgm:cxn modelId="{B9AAC255-AD5C-4D40-AC79-8751FD46762E}" type="presOf" srcId="{AA859769-82BE-CA4D-9A16-5908E68E1AA8}" destId="{8863EE60-5B4D-6B4A-A8E6-304B6CBC5769}" srcOrd="1" destOrd="0" presId="urn:microsoft.com/office/officeart/2024/layout/NumberedTitleList#1"/>
    <dgm:cxn modelId="{E11B2576-5ADA-5A40-BE53-5FB33E2A5FCE}" type="presOf" srcId="{0D04ED57-72F4-3B47-A9DE-3AA8E372D79E}" destId="{6A0B5E16-EB66-C643-B28E-65AF2BCBE09A}" srcOrd="1" destOrd="0" presId="urn:microsoft.com/office/officeart/2024/layout/NumberedTitleList#1"/>
    <dgm:cxn modelId="{C066C780-752A-8C47-8AA9-4D0355D62536}" type="presOf" srcId="{84E56087-235C-904C-8288-E277BCCA8D41}" destId="{C5862252-3087-5D49-908A-FC21D03D549C}" srcOrd="0" destOrd="0" presId="urn:microsoft.com/office/officeart/2024/layout/NumberedTitleList#1"/>
    <dgm:cxn modelId="{E3AA8B86-04B7-934D-91EC-8B3E9607136B}" type="presOf" srcId="{B1BECD7C-35DC-9845-8848-13EFB6DBD53B}" destId="{5FF9D083-46DE-0540-BBD9-703216057131}" srcOrd="1" destOrd="0" presId="urn:microsoft.com/office/officeart/2024/layout/NumberedTitleList#1"/>
    <dgm:cxn modelId="{8076BB8B-E923-2B45-B6C3-C619188E9862}" type="presOf" srcId="{E8B815B2-F55F-A64F-ABCB-A76FF11D4EB8}" destId="{6A439295-287D-7B4B-B4AE-73A0A6C9F5D7}" srcOrd="1" destOrd="0" presId="urn:microsoft.com/office/officeart/2024/layout/NumberedTitleList#1"/>
    <dgm:cxn modelId="{237E749B-4885-B04B-B483-A6AA1E775F9F}" type="presOf" srcId="{0D04ED57-72F4-3B47-A9DE-3AA8E372D79E}" destId="{329C6148-EEC4-FB4F-A0E7-68D608D6409B}" srcOrd="0" destOrd="0" presId="urn:microsoft.com/office/officeart/2024/layout/NumberedTitleList#1"/>
    <dgm:cxn modelId="{91E85DAD-BA57-5343-BE7D-A366955F6E9B}" srcId="{1667DBBF-27AA-1F46-86A6-F56E05CBDAE9}" destId="{0D04ED57-72F4-3B47-A9DE-3AA8E372D79E}" srcOrd="0" destOrd="0" parTransId="{BF4E87B1-7987-FC4D-9346-5958575AB3F0}" sibTransId="{948219E3-F639-444B-B831-73DA08FE492C}"/>
    <dgm:cxn modelId="{F22397B3-6056-E341-938D-E765B96EC3B2}" srcId="{1667DBBF-27AA-1F46-86A6-F56E05CBDAE9}" destId="{E8B815B2-F55F-A64F-ABCB-A76FF11D4EB8}" srcOrd="3" destOrd="0" parTransId="{44FDED83-EAD4-744F-8AE4-2D95D8FBC5A7}" sibTransId="{84E56087-235C-904C-8288-E277BCCA8D41}"/>
    <dgm:cxn modelId="{114412B9-E134-B642-AB96-77B3BEE51957}" type="presOf" srcId="{CF8663C3-6971-0249-810D-78076ECB3C6E}" destId="{CD52BD64-94EC-6447-85B8-E5B7B3B0AD95}" srcOrd="0" destOrd="0" presId="urn:microsoft.com/office/officeart/2024/layout/NumberedTitleList#1"/>
    <dgm:cxn modelId="{2BC46ADC-FC7D-ED41-A988-C01590F2E672}" type="presOf" srcId="{B1BECD7C-35DC-9845-8848-13EFB6DBD53B}" destId="{F99985F0-64F5-2D41-987C-B2425FE37D4D}" srcOrd="0" destOrd="0" presId="urn:microsoft.com/office/officeart/2024/layout/NumberedTitleList#1"/>
    <dgm:cxn modelId="{6EA8FE92-B626-7D4B-B5B5-6F58E91B6FCC}" type="presParOf" srcId="{AC00FEC3-47F8-1441-B5B4-2DD6D4E0F830}" destId="{DF84B094-694C-4B4A-9246-1FC8EA5C015C}" srcOrd="0" destOrd="0" presId="urn:microsoft.com/office/officeart/2024/layout/NumberedTitleList#1"/>
    <dgm:cxn modelId="{8A2B3C81-A422-5142-9777-34B56BA3D80D}" type="presParOf" srcId="{DF84B094-694C-4B4A-9246-1FC8EA5C015C}" destId="{329C6148-EEC4-FB4F-A0E7-68D608D6409B}" srcOrd="0" destOrd="0" presId="urn:microsoft.com/office/officeart/2024/layout/NumberedTitleList#1"/>
    <dgm:cxn modelId="{FAEDA311-0B55-D243-920A-93E0C7C41AE0}" type="presParOf" srcId="{DF84B094-694C-4B4A-9246-1FC8EA5C015C}" destId="{2092F246-056B-7D4E-9DC8-05580FE54B0D}" srcOrd="1" destOrd="0" presId="urn:microsoft.com/office/officeart/2024/layout/NumberedTitleList#1"/>
    <dgm:cxn modelId="{FDD79857-57EA-874C-B335-4D06A64D3560}" type="presParOf" srcId="{DF84B094-694C-4B4A-9246-1FC8EA5C015C}" destId="{6A0B5E16-EB66-C643-B28E-65AF2BCBE09A}" srcOrd="2" destOrd="0" presId="urn:microsoft.com/office/officeart/2024/layout/NumberedTitleList#1"/>
    <dgm:cxn modelId="{F7E79802-3DF1-614E-B5B4-41D699F1B898}" type="presParOf" srcId="{AC00FEC3-47F8-1441-B5B4-2DD6D4E0F830}" destId="{ADF57F97-E044-9740-BE9B-703CBE5E72B8}" srcOrd="1" destOrd="0" presId="urn:microsoft.com/office/officeart/2024/layout/NumberedTitleList#1"/>
    <dgm:cxn modelId="{D2028696-E827-C148-B856-262946049C8D}" type="presParOf" srcId="{AC00FEC3-47F8-1441-B5B4-2DD6D4E0F830}" destId="{BD739A91-528C-9E46-B4B5-D73CCE4D309B}" srcOrd="2" destOrd="0" presId="urn:microsoft.com/office/officeart/2024/layout/NumberedTitleList#1"/>
    <dgm:cxn modelId="{016F8308-3F77-5F4C-87E1-423CBCF4B395}" type="presParOf" srcId="{BD739A91-528C-9E46-B4B5-D73CCE4D309B}" destId="{F99985F0-64F5-2D41-987C-B2425FE37D4D}" srcOrd="0" destOrd="0" presId="urn:microsoft.com/office/officeart/2024/layout/NumberedTitleList#1"/>
    <dgm:cxn modelId="{37B28669-10C2-0147-8879-A42C3831017E}" type="presParOf" srcId="{BD739A91-528C-9E46-B4B5-D73CCE4D309B}" destId="{48478759-6543-4E43-BC23-5F9562FDE527}" srcOrd="1" destOrd="0" presId="urn:microsoft.com/office/officeart/2024/layout/NumberedTitleList#1"/>
    <dgm:cxn modelId="{879022FE-7374-3F4D-8D2E-239AD7CBA91B}" type="presParOf" srcId="{BD739A91-528C-9E46-B4B5-D73CCE4D309B}" destId="{5FF9D083-46DE-0540-BBD9-703216057131}" srcOrd="2" destOrd="0" presId="urn:microsoft.com/office/officeart/2024/layout/NumberedTitleList#1"/>
    <dgm:cxn modelId="{A6540A6B-A04D-BD4C-B570-EFC4677FF31C}" type="presParOf" srcId="{AC00FEC3-47F8-1441-B5B4-2DD6D4E0F830}" destId="{A7B728CB-695B-D840-98DA-9B602619D6E6}" srcOrd="3" destOrd="0" presId="urn:microsoft.com/office/officeart/2024/layout/NumberedTitleList#1"/>
    <dgm:cxn modelId="{07B1B170-6AE3-A74B-AE07-A83BE091073C}" type="presParOf" srcId="{AC00FEC3-47F8-1441-B5B4-2DD6D4E0F830}" destId="{BD5C4399-5D6E-DB48-8587-6041B8725BAF}" srcOrd="4" destOrd="0" presId="urn:microsoft.com/office/officeart/2024/layout/NumberedTitleList#1"/>
    <dgm:cxn modelId="{CC50D9AA-9988-6C42-BBF5-77089DD02799}" type="presParOf" srcId="{BD5C4399-5D6E-DB48-8587-6041B8725BAF}" destId="{2F7B4C95-A2F4-424E-854A-6B40DDDAECA5}" srcOrd="0" destOrd="0" presId="urn:microsoft.com/office/officeart/2024/layout/NumberedTitleList#1"/>
    <dgm:cxn modelId="{7090C62E-4343-4540-B652-AFF1BA061D39}" type="presParOf" srcId="{BD5C4399-5D6E-DB48-8587-6041B8725BAF}" destId="{CD52BD64-94EC-6447-85B8-E5B7B3B0AD95}" srcOrd="1" destOrd="0" presId="urn:microsoft.com/office/officeart/2024/layout/NumberedTitleList#1"/>
    <dgm:cxn modelId="{A04FBD24-8079-E943-B88F-BBC55947B243}" type="presParOf" srcId="{BD5C4399-5D6E-DB48-8587-6041B8725BAF}" destId="{8863EE60-5B4D-6B4A-A8E6-304B6CBC5769}" srcOrd="2" destOrd="0" presId="urn:microsoft.com/office/officeart/2024/layout/NumberedTitleList#1"/>
    <dgm:cxn modelId="{3F86FFAE-B990-5441-93AF-C000CCB4FD3E}" type="presParOf" srcId="{AC00FEC3-47F8-1441-B5B4-2DD6D4E0F830}" destId="{655AEB3B-978D-EB4F-B42A-FB0F362E39E2}" srcOrd="5" destOrd="0" presId="urn:microsoft.com/office/officeart/2024/layout/NumberedTitleList#1"/>
    <dgm:cxn modelId="{D64C2988-5832-A84B-9D4A-5FEE77ED6AB3}" type="presParOf" srcId="{AC00FEC3-47F8-1441-B5B4-2DD6D4E0F830}" destId="{28BB2592-28E8-684B-844D-1BA8F0FF48BB}" srcOrd="6" destOrd="0" presId="urn:microsoft.com/office/officeart/2024/layout/NumberedTitleList#1"/>
    <dgm:cxn modelId="{CDCBA18C-4FD6-5F43-AD60-6E85756FEBA3}" type="presParOf" srcId="{28BB2592-28E8-684B-844D-1BA8F0FF48BB}" destId="{DE391B3C-F5EB-074A-9C27-0BCA890289A3}" srcOrd="0" destOrd="0" presId="urn:microsoft.com/office/officeart/2024/layout/NumberedTitleList#1"/>
    <dgm:cxn modelId="{4A50FFB8-28D9-6344-8591-5D010DDF07D5}" type="presParOf" srcId="{28BB2592-28E8-684B-844D-1BA8F0FF48BB}" destId="{C5862252-3087-5D49-908A-FC21D03D549C}" srcOrd="1" destOrd="0" presId="urn:microsoft.com/office/officeart/2024/layout/NumberedTitleList#1"/>
    <dgm:cxn modelId="{C233D0AD-7F40-5C47-9F8D-1CC8356896D7}" type="presParOf" srcId="{28BB2592-28E8-684B-844D-1BA8F0FF48BB}" destId="{6A439295-287D-7B4B-B4AE-73A0A6C9F5D7}" srcOrd="2" destOrd="0" presId="urn:microsoft.com/office/officeart/2024/layout/NumberedTitle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2E8F18-52E9-42B8-AFED-C81D9B4FE84E}">
      <dsp:nvSpPr>
        <dsp:cNvPr id="0" name=""/>
        <dsp:cNvSpPr/>
      </dsp:nvSpPr>
      <dsp:spPr>
        <a:xfrm>
          <a:off x="233534" y="517271"/>
          <a:ext cx="726996" cy="72699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D37321-FC87-43AF-83EE-2509036325AD}">
      <dsp:nvSpPr>
        <dsp:cNvPr id="0" name=""/>
        <dsp:cNvSpPr/>
      </dsp:nvSpPr>
      <dsp:spPr>
        <a:xfrm>
          <a:off x="388467" y="672205"/>
          <a:ext cx="417128" cy="41712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EC7901-22A0-4C69-93B9-FBC62FC1F758}">
      <dsp:nvSpPr>
        <dsp:cNvPr id="0" name=""/>
        <dsp:cNvSpPr/>
      </dsp:nvSpPr>
      <dsp:spPr>
        <a:xfrm>
          <a:off x="1133" y="1470709"/>
          <a:ext cx="1191796" cy="47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SG" sz="1100" kern="1200"/>
            <a:t>Objective</a:t>
          </a:r>
          <a:endParaRPr lang="en-US" sz="1100" kern="1200"/>
        </a:p>
      </dsp:txBody>
      <dsp:txXfrm>
        <a:off x="1133" y="1470709"/>
        <a:ext cx="1191796" cy="476718"/>
      </dsp:txXfrm>
    </dsp:sp>
    <dsp:sp modelId="{46C4D88B-5110-44ED-BF83-94BEB2C28375}">
      <dsp:nvSpPr>
        <dsp:cNvPr id="0" name=""/>
        <dsp:cNvSpPr/>
      </dsp:nvSpPr>
      <dsp:spPr>
        <a:xfrm>
          <a:off x="1633895" y="517271"/>
          <a:ext cx="726996" cy="72699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491E982-6E14-4845-ABEA-3992D0500024}">
      <dsp:nvSpPr>
        <dsp:cNvPr id="0" name=""/>
        <dsp:cNvSpPr/>
      </dsp:nvSpPr>
      <dsp:spPr>
        <a:xfrm>
          <a:off x="1788829" y="672205"/>
          <a:ext cx="417128" cy="41712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2DD630C-23A6-491A-AC1C-970EF6F17589}">
      <dsp:nvSpPr>
        <dsp:cNvPr id="0" name=""/>
        <dsp:cNvSpPr/>
      </dsp:nvSpPr>
      <dsp:spPr>
        <a:xfrm>
          <a:off x="1401495" y="1470709"/>
          <a:ext cx="1191796" cy="47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SG" sz="1100" kern="1200"/>
            <a:t>Workflow</a:t>
          </a:r>
          <a:endParaRPr lang="en-US" sz="1100" kern="1200"/>
        </a:p>
      </dsp:txBody>
      <dsp:txXfrm>
        <a:off x="1401495" y="1470709"/>
        <a:ext cx="1191796" cy="476718"/>
      </dsp:txXfrm>
    </dsp:sp>
    <dsp:sp modelId="{D11D5683-05A6-344C-8E8B-C89B5CA56F2A}">
      <dsp:nvSpPr>
        <dsp:cNvPr id="0" name=""/>
        <dsp:cNvSpPr/>
      </dsp:nvSpPr>
      <dsp:spPr>
        <a:xfrm>
          <a:off x="3034256" y="517271"/>
          <a:ext cx="726996" cy="72699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C12FC2-7823-4145-8E1A-1FAED23AAA58}">
      <dsp:nvSpPr>
        <dsp:cNvPr id="0" name=""/>
        <dsp:cNvSpPr/>
      </dsp:nvSpPr>
      <dsp:spPr>
        <a:xfrm>
          <a:off x="3189190" y="672205"/>
          <a:ext cx="417128" cy="417128"/>
        </a:xfrm>
        <a:prstGeom prst="rect">
          <a:avLst/>
        </a:prstGeom>
        <a:solidFill>
          <a:schemeClr val="bg1">
            <a:hueOff val="0"/>
            <a:satOff val="0"/>
            <a:lumOff val="0"/>
            <a:alphaOff val="0"/>
          </a:schemeClr>
        </a:solid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FAC3B31-01DE-5642-B02D-9F256012A8E6}">
      <dsp:nvSpPr>
        <dsp:cNvPr id="0" name=""/>
        <dsp:cNvSpPr/>
      </dsp:nvSpPr>
      <dsp:spPr>
        <a:xfrm>
          <a:off x="2801856" y="1470709"/>
          <a:ext cx="1191796" cy="47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GB" sz="1100" kern="1200"/>
            <a:t>Dataset &amp; Pre-Processing</a:t>
          </a:r>
        </a:p>
      </dsp:txBody>
      <dsp:txXfrm>
        <a:off x="2801856" y="1470709"/>
        <a:ext cx="1191796" cy="476718"/>
      </dsp:txXfrm>
    </dsp:sp>
    <dsp:sp modelId="{3BC3FC35-B85A-9A4F-B9E5-57772E998D6E}">
      <dsp:nvSpPr>
        <dsp:cNvPr id="0" name=""/>
        <dsp:cNvSpPr/>
      </dsp:nvSpPr>
      <dsp:spPr>
        <a:xfrm>
          <a:off x="4434618" y="517271"/>
          <a:ext cx="726996" cy="72699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152A067-14AE-D246-8AC5-512A2879DB48}">
      <dsp:nvSpPr>
        <dsp:cNvPr id="0" name=""/>
        <dsp:cNvSpPr/>
      </dsp:nvSpPr>
      <dsp:spPr>
        <a:xfrm>
          <a:off x="4589551" y="672205"/>
          <a:ext cx="417128" cy="417128"/>
        </a:xfrm>
        <a:prstGeom prst="rect">
          <a:avLst/>
        </a:prstGeom>
        <a:solidFill>
          <a:schemeClr val="bg1">
            <a:hueOff val="0"/>
            <a:satOff val="0"/>
            <a:lumOff val="0"/>
            <a:alphaOff val="0"/>
          </a:schemeClr>
        </a:solid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25057F7-1205-D240-8F4A-7FE1D9985D04}">
      <dsp:nvSpPr>
        <dsp:cNvPr id="0" name=""/>
        <dsp:cNvSpPr/>
      </dsp:nvSpPr>
      <dsp:spPr>
        <a:xfrm>
          <a:off x="4202217" y="1470709"/>
          <a:ext cx="1191796" cy="47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GB" sz="1100" kern="1200"/>
            <a:t>Model Architecture &amp; Training</a:t>
          </a:r>
        </a:p>
      </dsp:txBody>
      <dsp:txXfrm>
        <a:off x="4202217" y="1470709"/>
        <a:ext cx="1191796" cy="476718"/>
      </dsp:txXfrm>
    </dsp:sp>
    <dsp:sp modelId="{CD537295-7320-41A5-86B6-D34F6F6BD2F7}">
      <dsp:nvSpPr>
        <dsp:cNvPr id="0" name=""/>
        <dsp:cNvSpPr/>
      </dsp:nvSpPr>
      <dsp:spPr>
        <a:xfrm>
          <a:off x="5834979" y="517271"/>
          <a:ext cx="726996" cy="726996"/>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91049A-1703-4B1C-A00E-4DBBD31DCA3E}">
      <dsp:nvSpPr>
        <dsp:cNvPr id="0" name=""/>
        <dsp:cNvSpPr/>
      </dsp:nvSpPr>
      <dsp:spPr>
        <a:xfrm>
          <a:off x="5989913" y="672205"/>
          <a:ext cx="417128" cy="41712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B5D0FDB-65A0-49C8-9054-3A9DDC75E425}">
      <dsp:nvSpPr>
        <dsp:cNvPr id="0" name=""/>
        <dsp:cNvSpPr/>
      </dsp:nvSpPr>
      <dsp:spPr>
        <a:xfrm>
          <a:off x="5602579" y="1470709"/>
          <a:ext cx="1191796" cy="47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SG" sz="1100" kern="1200"/>
            <a:t>Clean Model Performance</a:t>
          </a:r>
          <a:endParaRPr lang="en-US" sz="1100" kern="1200"/>
        </a:p>
      </dsp:txBody>
      <dsp:txXfrm>
        <a:off x="5602579" y="1470709"/>
        <a:ext cx="1191796" cy="476718"/>
      </dsp:txXfrm>
    </dsp:sp>
    <dsp:sp modelId="{65015B51-02D4-4BBD-8E73-726A5128217F}">
      <dsp:nvSpPr>
        <dsp:cNvPr id="0" name=""/>
        <dsp:cNvSpPr/>
      </dsp:nvSpPr>
      <dsp:spPr>
        <a:xfrm>
          <a:off x="7235340" y="517271"/>
          <a:ext cx="726996" cy="72699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F614DA-ECB7-4437-91CC-A6D60D54792A}">
      <dsp:nvSpPr>
        <dsp:cNvPr id="0" name=""/>
        <dsp:cNvSpPr/>
      </dsp:nvSpPr>
      <dsp:spPr>
        <a:xfrm>
          <a:off x="7390274" y="672205"/>
          <a:ext cx="417128" cy="41712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68C5577-506D-42B5-91A5-50C3D3E5D37C}">
      <dsp:nvSpPr>
        <dsp:cNvPr id="0" name=""/>
        <dsp:cNvSpPr/>
      </dsp:nvSpPr>
      <dsp:spPr>
        <a:xfrm>
          <a:off x="7002940" y="1470709"/>
          <a:ext cx="1191796" cy="47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SG" sz="1100" kern="1200"/>
            <a:t>Experimentation Design</a:t>
          </a:r>
          <a:endParaRPr lang="en-US" sz="1100" kern="1200"/>
        </a:p>
      </dsp:txBody>
      <dsp:txXfrm>
        <a:off x="7002940" y="1470709"/>
        <a:ext cx="1191796" cy="476718"/>
      </dsp:txXfrm>
    </dsp:sp>
    <dsp:sp modelId="{658E7E74-3EC5-485B-BA3E-95495FF48A5C}">
      <dsp:nvSpPr>
        <dsp:cNvPr id="0" name=""/>
        <dsp:cNvSpPr/>
      </dsp:nvSpPr>
      <dsp:spPr>
        <a:xfrm>
          <a:off x="233534" y="2245377"/>
          <a:ext cx="726996" cy="72699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15BBBD-F6FB-4D47-9F4B-386216662EB4}">
      <dsp:nvSpPr>
        <dsp:cNvPr id="0" name=""/>
        <dsp:cNvSpPr/>
      </dsp:nvSpPr>
      <dsp:spPr>
        <a:xfrm>
          <a:off x="388467" y="2400310"/>
          <a:ext cx="417128" cy="41712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4D746A5-F9A3-4E77-BB54-ED51E36A36DD}">
      <dsp:nvSpPr>
        <dsp:cNvPr id="0" name=""/>
        <dsp:cNvSpPr/>
      </dsp:nvSpPr>
      <dsp:spPr>
        <a:xfrm>
          <a:off x="1133" y="3198814"/>
          <a:ext cx="1191796" cy="47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US" sz="1100" kern="1200"/>
            <a:t>Pre-Class Vulnerability Analysis</a:t>
          </a:r>
        </a:p>
      </dsp:txBody>
      <dsp:txXfrm>
        <a:off x="1133" y="3198814"/>
        <a:ext cx="1191796" cy="476718"/>
      </dsp:txXfrm>
    </dsp:sp>
    <dsp:sp modelId="{4B346372-E547-41CA-897B-9DDB38F6EEE6}">
      <dsp:nvSpPr>
        <dsp:cNvPr id="0" name=""/>
        <dsp:cNvSpPr/>
      </dsp:nvSpPr>
      <dsp:spPr>
        <a:xfrm>
          <a:off x="1633895" y="2245377"/>
          <a:ext cx="726996" cy="726996"/>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D1665B0-777E-4642-9A5F-148D4471D898}">
      <dsp:nvSpPr>
        <dsp:cNvPr id="0" name=""/>
        <dsp:cNvSpPr/>
      </dsp:nvSpPr>
      <dsp:spPr>
        <a:xfrm>
          <a:off x="1788829" y="2400310"/>
          <a:ext cx="417128" cy="41712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69347D9-39FD-4584-9089-8555E0BC11E9}">
      <dsp:nvSpPr>
        <dsp:cNvPr id="0" name=""/>
        <dsp:cNvSpPr/>
      </dsp:nvSpPr>
      <dsp:spPr>
        <a:xfrm>
          <a:off x="1401495" y="3198814"/>
          <a:ext cx="1191796" cy="47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SG" sz="1100" kern="1200"/>
            <a:t>Confusion Matrix Under Attack</a:t>
          </a:r>
          <a:endParaRPr lang="en-US" sz="1100" kern="1200"/>
        </a:p>
      </dsp:txBody>
      <dsp:txXfrm>
        <a:off x="1401495" y="3198814"/>
        <a:ext cx="1191796" cy="476718"/>
      </dsp:txXfrm>
    </dsp:sp>
    <dsp:sp modelId="{A05B4175-C830-D24E-AF86-71070874DCF1}">
      <dsp:nvSpPr>
        <dsp:cNvPr id="0" name=""/>
        <dsp:cNvSpPr/>
      </dsp:nvSpPr>
      <dsp:spPr>
        <a:xfrm>
          <a:off x="3034256" y="2245377"/>
          <a:ext cx="726996" cy="726996"/>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FA615C5-8CB4-EE4E-AD13-07291BB87A62}">
      <dsp:nvSpPr>
        <dsp:cNvPr id="0" name=""/>
        <dsp:cNvSpPr/>
      </dsp:nvSpPr>
      <dsp:spPr>
        <a:xfrm>
          <a:off x="3189190" y="2400310"/>
          <a:ext cx="417128" cy="417128"/>
        </a:xfrm>
        <a:prstGeom prst="rect">
          <a:avLst/>
        </a:prstGeom>
        <a:solidFill>
          <a:schemeClr val="bg1">
            <a:hueOff val="0"/>
            <a:satOff val="0"/>
            <a:lumOff val="0"/>
            <a:alphaOff val="0"/>
          </a:schemeClr>
        </a:solid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029447-B5A1-F341-BF12-2E4B83BBA148}">
      <dsp:nvSpPr>
        <dsp:cNvPr id="0" name=""/>
        <dsp:cNvSpPr/>
      </dsp:nvSpPr>
      <dsp:spPr>
        <a:xfrm>
          <a:off x="2801856" y="3198814"/>
          <a:ext cx="1191796" cy="47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GB" sz="1100" kern="1200"/>
            <a:t>Confidence Analysis</a:t>
          </a:r>
        </a:p>
      </dsp:txBody>
      <dsp:txXfrm>
        <a:off x="2801856" y="3198814"/>
        <a:ext cx="1191796" cy="476718"/>
      </dsp:txXfrm>
    </dsp:sp>
    <dsp:sp modelId="{9DF68074-DEAA-40D3-8EFB-BDFF7F0CDC71}">
      <dsp:nvSpPr>
        <dsp:cNvPr id="0" name=""/>
        <dsp:cNvSpPr/>
      </dsp:nvSpPr>
      <dsp:spPr>
        <a:xfrm>
          <a:off x="4434618" y="2245377"/>
          <a:ext cx="726996" cy="726996"/>
        </a:xfrm>
        <a:prstGeom prst="ellipse">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17D382-D39F-417C-8129-466D980F6E77}">
      <dsp:nvSpPr>
        <dsp:cNvPr id="0" name=""/>
        <dsp:cNvSpPr/>
      </dsp:nvSpPr>
      <dsp:spPr>
        <a:xfrm>
          <a:off x="4589551" y="2400310"/>
          <a:ext cx="417128" cy="41712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2FFFDCD-E63C-4F32-A669-3ACC19BB49F4}">
      <dsp:nvSpPr>
        <dsp:cNvPr id="0" name=""/>
        <dsp:cNvSpPr/>
      </dsp:nvSpPr>
      <dsp:spPr>
        <a:xfrm>
          <a:off x="4202217" y="3198814"/>
          <a:ext cx="1191796" cy="47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GB" sz="1100" kern="1200"/>
            <a:t>Trustworthy AI &amp; Ethical Implications</a:t>
          </a:r>
        </a:p>
      </dsp:txBody>
      <dsp:txXfrm>
        <a:off x="4202217" y="3198814"/>
        <a:ext cx="1191796" cy="476718"/>
      </dsp:txXfrm>
    </dsp:sp>
    <dsp:sp modelId="{DF83B31A-5B60-F94C-9AD7-8BA80F03212C}">
      <dsp:nvSpPr>
        <dsp:cNvPr id="0" name=""/>
        <dsp:cNvSpPr/>
      </dsp:nvSpPr>
      <dsp:spPr>
        <a:xfrm>
          <a:off x="5834979" y="2245377"/>
          <a:ext cx="726996" cy="726996"/>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5619E7-C931-9643-827D-6E67873D1829}">
      <dsp:nvSpPr>
        <dsp:cNvPr id="0" name=""/>
        <dsp:cNvSpPr/>
      </dsp:nvSpPr>
      <dsp:spPr>
        <a:xfrm>
          <a:off x="5989913" y="2400310"/>
          <a:ext cx="417128" cy="417128"/>
        </a:xfrm>
        <a:prstGeom prst="rect">
          <a:avLst/>
        </a:prstGeom>
        <a:solidFill>
          <a:schemeClr val="bg1">
            <a:hueOff val="0"/>
            <a:satOff val="0"/>
            <a:lumOff val="0"/>
            <a:alphaOff val="0"/>
          </a:schemeClr>
        </a:solidFill>
        <a:ln w="19050" cap="flat" cmpd="sng" algn="ctr">
          <a:solidFill>
            <a:schemeClr val="lt1">
              <a:alpha val="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233AB8C-85E6-E749-9666-76C857495294}">
      <dsp:nvSpPr>
        <dsp:cNvPr id="0" name=""/>
        <dsp:cNvSpPr/>
      </dsp:nvSpPr>
      <dsp:spPr>
        <a:xfrm>
          <a:off x="5602579" y="3198814"/>
          <a:ext cx="1191796" cy="47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GB" sz="1100" kern="1200"/>
            <a:t>Conclusion</a:t>
          </a:r>
        </a:p>
      </dsp:txBody>
      <dsp:txXfrm>
        <a:off x="5602579" y="3198814"/>
        <a:ext cx="1191796" cy="476718"/>
      </dsp:txXfrm>
    </dsp:sp>
    <dsp:sp modelId="{C4602C48-7F5D-4692-BA42-5F0D6DFFC7B4}">
      <dsp:nvSpPr>
        <dsp:cNvPr id="0" name=""/>
        <dsp:cNvSpPr/>
      </dsp:nvSpPr>
      <dsp:spPr>
        <a:xfrm>
          <a:off x="7235340" y="2245377"/>
          <a:ext cx="726996" cy="726996"/>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59A61F-EAAF-4921-83DC-F8E0A0CA363A}">
      <dsp:nvSpPr>
        <dsp:cNvPr id="0" name=""/>
        <dsp:cNvSpPr/>
      </dsp:nvSpPr>
      <dsp:spPr>
        <a:xfrm>
          <a:off x="7390274" y="2400310"/>
          <a:ext cx="417128" cy="41712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59F6A0F-5774-4882-A425-62CAF6F3760B}">
      <dsp:nvSpPr>
        <dsp:cNvPr id="0" name=""/>
        <dsp:cNvSpPr/>
      </dsp:nvSpPr>
      <dsp:spPr>
        <a:xfrm>
          <a:off x="7002940" y="3198814"/>
          <a:ext cx="1191796" cy="4767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defRPr cap="all"/>
          </a:pPr>
          <a:r>
            <a:rPr lang="en-GB" sz="1100" kern="1200"/>
            <a:t>Reflection</a:t>
          </a:r>
        </a:p>
      </dsp:txBody>
      <dsp:txXfrm>
        <a:off x="7002940" y="3198814"/>
        <a:ext cx="1191796" cy="4767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7AA39C-4AC6-4B32-8947-D9B72AB80EAA}">
      <dsp:nvSpPr>
        <dsp:cNvPr id="0" name=""/>
        <dsp:cNvSpPr/>
      </dsp:nvSpPr>
      <dsp:spPr>
        <a:xfrm>
          <a:off x="737377" y="1274531"/>
          <a:ext cx="583059" cy="71"/>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88B6069-BDFA-46B6-BE46-935374ED40B5}">
      <dsp:nvSpPr>
        <dsp:cNvPr id="0" name=""/>
        <dsp:cNvSpPr/>
      </dsp:nvSpPr>
      <dsp:spPr>
        <a:xfrm>
          <a:off x="1355420" y="1225542"/>
          <a:ext cx="67051" cy="126063"/>
        </a:xfrm>
        <a:prstGeom prst="chevron">
          <a:avLst>
            <a:gd name="adj" fmla="val 90000"/>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21DA7DAF-C325-4697-B4F5-19FAFEFE133C}">
      <dsp:nvSpPr>
        <dsp:cNvPr id="0" name=""/>
        <dsp:cNvSpPr/>
      </dsp:nvSpPr>
      <dsp:spPr>
        <a:xfrm>
          <a:off x="397117" y="1007189"/>
          <a:ext cx="534755" cy="534755"/>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751" tIns="20751" rIns="20751" bIns="20751" numCol="1" spcCol="1270" anchor="ctr" anchorCtr="0">
          <a:noAutofit/>
        </a:bodyPr>
        <a:lstStyle/>
        <a:p>
          <a:pPr marL="0" lvl="0" indent="0" algn="ctr" defTabSz="1022350">
            <a:lnSpc>
              <a:spcPct val="90000"/>
            </a:lnSpc>
            <a:spcBef>
              <a:spcPct val="0"/>
            </a:spcBef>
            <a:spcAft>
              <a:spcPct val="35000"/>
            </a:spcAft>
            <a:buNone/>
          </a:pPr>
          <a:r>
            <a:rPr lang="en-US" sz="2300" kern="1200"/>
            <a:t>1</a:t>
          </a:r>
        </a:p>
      </dsp:txBody>
      <dsp:txXfrm>
        <a:off x="475430" y="1085502"/>
        <a:ext cx="378129" cy="378129"/>
      </dsp:txXfrm>
    </dsp:sp>
    <dsp:sp modelId="{21AFE2EA-D6C9-42FF-9078-BA229B6E47ED}">
      <dsp:nvSpPr>
        <dsp:cNvPr id="0" name=""/>
        <dsp:cNvSpPr/>
      </dsp:nvSpPr>
      <dsp:spPr>
        <a:xfrm>
          <a:off x="8553" y="1707544"/>
          <a:ext cx="1311883" cy="1965600"/>
        </a:xfrm>
        <a:prstGeom prst="upArrowCallout">
          <a:avLst>
            <a:gd name="adj1" fmla="val 50000"/>
            <a:gd name="adj2" fmla="val 20000"/>
            <a:gd name="adj3" fmla="val 20000"/>
            <a:gd name="adj4" fmla="val 100000"/>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3483" tIns="165100" rIns="103483" bIns="165100" numCol="1" spcCol="1270" anchor="t" anchorCtr="0">
          <a:noAutofit/>
        </a:bodyPr>
        <a:lstStyle/>
        <a:p>
          <a:pPr marL="0" lvl="0" indent="0" algn="l" defTabSz="711200">
            <a:lnSpc>
              <a:spcPct val="90000"/>
            </a:lnSpc>
            <a:spcBef>
              <a:spcPct val="0"/>
            </a:spcBef>
            <a:spcAft>
              <a:spcPct val="35000"/>
            </a:spcAft>
            <a:buNone/>
          </a:pPr>
          <a:r>
            <a:rPr lang="en-SG" sz="1600" b="0" i="0" kern="1200"/>
            <a:t>Train and fine-tune a pretrained ResNet-18 on CIFAR-10 and MNIST</a:t>
          </a:r>
          <a:endParaRPr lang="en-US" sz="1600" kern="1200"/>
        </a:p>
      </dsp:txBody>
      <dsp:txXfrm>
        <a:off x="8553" y="1969921"/>
        <a:ext cx="1311883" cy="1703223"/>
      </dsp:txXfrm>
    </dsp:sp>
    <dsp:sp modelId="{ADEB8885-9918-4A9B-A3A2-5357FD84B5C6}">
      <dsp:nvSpPr>
        <dsp:cNvPr id="0" name=""/>
        <dsp:cNvSpPr/>
      </dsp:nvSpPr>
      <dsp:spPr>
        <a:xfrm>
          <a:off x="1466202" y="1274531"/>
          <a:ext cx="1311883" cy="71"/>
        </a:xfrm>
        <a:prstGeom prst="rect">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DBE3192-8A2B-4909-9E27-9357E1846561}">
      <dsp:nvSpPr>
        <dsp:cNvPr id="0" name=""/>
        <dsp:cNvSpPr/>
      </dsp:nvSpPr>
      <dsp:spPr>
        <a:xfrm>
          <a:off x="2813069" y="1225542"/>
          <a:ext cx="67051" cy="126063"/>
        </a:xfrm>
        <a:prstGeom prst="chevron">
          <a:avLst>
            <a:gd name="adj" fmla="val 90000"/>
          </a:avLst>
        </a:prstGeom>
        <a:solidFill>
          <a:schemeClr val="accent6">
            <a:tint val="40000"/>
            <a:alpha val="90000"/>
            <a:hueOff val="0"/>
            <a:satOff val="0"/>
            <a:lumOff val="0"/>
            <a:alphaOff val="0"/>
          </a:schemeClr>
        </a:solidFill>
        <a:ln w="1905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338A181-A629-41A7-9407-CF35B268E485}">
      <dsp:nvSpPr>
        <dsp:cNvPr id="0" name=""/>
        <dsp:cNvSpPr/>
      </dsp:nvSpPr>
      <dsp:spPr>
        <a:xfrm>
          <a:off x="1854766" y="1007189"/>
          <a:ext cx="534755" cy="534755"/>
        </a:xfrm>
        <a:prstGeom prst="ellipse">
          <a:avLst/>
        </a:prstGeom>
        <a:solidFill>
          <a:schemeClr val="accent3">
            <a:hueOff val="0"/>
            <a:satOff val="0"/>
            <a:lumOff val="0"/>
            <a:alphaOff val="0"/>
          </a:schemeClr>
        </a:solidFill>
        <a:ln w="1905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751" tIns="20751" rIns="20751" bIns="20751" numCol="1" spcCol="1270" anchor="ctr" anchorCtr="0">
          <a:noAutofit/>
        </a:bodyPr>
        <a:lstStyle/>
        <a:p>
          <a:pPr marL="0" lvl="0" indent="0" algn="ctr" defTabSz="1022350">
            <a:lnSpc>
              <a:spcPct val="90000"/>
            </a:lnSpc>
            <a:spcBef>
              <a:spcPct val="0"/>
            </a:spcBef>
            <a:spcAft>
              <a:spcPct val="35000"/>
            </a:spcAft>
            <a:buNone/>
          </a:pPr>
          <a:r>
            <a:rPr lang="en-US" sz="2300" kern="1200"/>
            <a:t>2</a:t>
          </a:r>
        </a:p>
      </dsp:txBody>
      <dsp:txXfrm>
        <a:off x="1933079" y="1085502"/>
        <a:ext cx="378129" cy="378129"/>
      </dsp:txXfrm>
    </dsp:sp>
    <dsp:sp modelId="{0CAAEC60-25E8-40B2-8E93-3EC7418D7926}">
      <dsp:nvSpPr>
        <dsp:cNvPr id="0" name=""/>
        <dsp:cNvSpPr/>
      </dsp:nvSpPr>
      <dsp:spPr>
        <a:xfrm>
          <a:off x="1466202" y="1707544"/>
          <a:ext cx="1311883" cy="1965600"/>
        </a:xfrm>
        <a:prstGeom prst="upArrowCallout">
          <a:avLst>
            <a:gd name="adj1" fmla="val 50000"/>
            <a:gd name="adj2" fmla="val 20000"/>
            <a:gd name="adj3" fmla="val 20000"/>
            <a:gd name="adj4" fmla="val 100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3483" tIns="165100" rIns="103483" bIns="165100" numCol="1" spcCol="1270" anchor="t" anchorCtr="0">
          <a:noAutofit/>
        </a:bodyPr>
        <a:lstStyle/>
        <a:p>
          <a:pPr marL="0" lvl="0" indent="0" algn="l" defTabSz="666750">
            <a:lnSpc>
              <a:spcPct val="90000"/>
            </a:lnSpc>
            <a:spcBef>
              <a:spcPct val="0"/>
            </a:spcBef>
            <a:spcAft>
              <a:spcPct val="35000"/>
            </a:spcAft>
            <a:buNone/>
          </a:pPr>
          <a:r>
            <a:rPr lang="en-SG" sz="1500" b="0" i="0" kern="1200"/>
            <a:t>Evaluate clean image classification accuracy</a:t>
          </a:r>
          <a:endParaRPr lang="en-US" sz="1500" kern="1200"/>
        </a:p>
      </dsp:txBody>
      <dsp:txXfrm>
        <a:off x="1466202" y="1969921"/>
        <a:ext cx="1311883" cy="1703223"/>
      </dsp:txXfrm>
    </dsp:sp>
    <dsp:sp modelId="{E73F4ACE-B5B9-442A-9999-37CC899E9885}">
      <dsp:nvSpPr>
        <dsp:cNvPr id="0" name=""/>
        <dsp:cNvSpPr/>
      </dsp:nvSpPr>
      <dsp:spPr>
        <a:xfrm>
          <a:off x="2923851" y="1274531"/>
          <a:ext cx="1311883" cy="72"/>
        </a:xfrm>
        <a:prstGeom prst="rect">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BB16885-2350-4560-A75C-4BC1956E21F3}">
      <dsp:nvSpPr>
        <dsp:cNvPr id="0" name=""/>
        <dsp:cNvSpPr/>
      </dsp:nvSpPr>
      <dsp:spPr>
        <a:xfrm>
          <a:off x="4270718" y="1225542"/>
          <a:ext cx="67051" cy="126063"/>
        </a:xfrm>
        <a:prstGeom prst="chevron">
          <a:avLst>
            <a:gd name="adj" fmla="val 90000"/>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DC36F4F-16E4-473B-A481-BDA1C69089A9}">
      <dsp:nvSpPr>
        <dsp:cNvPr id="0" name=""/>
        <dsp:cNvSpPr/>
      </dsp:nvSpPr>
      <dsp:spPr>
        <a:xfrm>
          <a:off x="3312415" y="1007189"/>
          <a:ext cx="534755" cy="534755"/>
        </a:xfrm>
        <a:prstGeom prst="ellipse">
          <a:avLst/>
        </a:prstGeom>
        <a:solidFill>
          <a:schemeClr val="accent4">
            <a:hueOff val="0"/>
            <a:satOff val="0"/>
            <a:lumOff val="0"/>
            <a:alphaOff val="0"/>
          </a:schemeClr>
        </a:solidFill>
        <a:ln w="19050" cap="flat" cmpd="sng" algn="ctr">
          <a:solidFill>
            <a:schemeClr val="accent4">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751" tIns="20751" rIns="20751" bIns="20751" numCol="1" spcCol="1270" anchor="ctr" anchorCtr="0">
          <a:noAutofit/>
        </a:bodyPr>
        <a:lstStyle/>
        <a:p>
          <a:pPr marL="0" lvl="0" indent="0" algn="ctr" defTabSz="1022350">
            <a:lnSpc>
              <a:spcPct val="90000"/>
            </a:lnSpc>
            <a:spcBef>
              <a:spcPct val="0"/>
            </a:spcBef>
            <a:spcAft>
              <a:spcPct val="35000"/>
            </a:spcAft>
            <a:buNone/>
          </a:pPr>
          <a:r>
            <a:rPr lang="en-US" sz="2300" kern="1200"/>
            <a:t>3</a:t>
          </a:r>
        </a:p>
      </dsp:txBody>
      <dsp:txXfrm>
        <a:off x="3390728" y="1085502"/>
        <a:ext cx="378129" cy="378129"/>
      </dsp:txXfrm>
    </dsp:sp>
    <dsp:sp modelId="{048A290B-22D7-4045-A7FD-95F8A350FA82}">
      <dsp:nvSpPr>
        <dsp:cNvPr id="0" name=""/>
        <dsp:cNvSpPr/>
      </dsp:nvSpPr>
      <dsp:spPr>
        <a:xfrm>
          <a:off x="2923851" y="1707544"/>
          <a:ext cx="1311883" cy="1965600"/>
        </a:xfrm>
        <a:prstGeom prst="upArrowCallout">
          <a:avLst>
            <a:gd name="adj1" fmla="val 50000"/>
            <a:gd name="adj2" fmla="val 20000"/>
            <a:gd name="adj3" fmla="val 20000"/>
            <a:gd name="adj4" fmla="val 100000"/>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3483" tIns="165100" rIns="103483" bIns="165100" numCol="1" spcCol="1270" anchor="t" anchorCtr="0">
          <a:noAutofit/>
        </a:bodyPr>
        <a:lstStyle/>
        <a:p>
          <a:pPr marL="0" lvl="0" indent="0" algn="l" defTabSz="711200">
            <a:lnSpc>
              <a:spcPct val="90000"/>
            </a:lnSpc>
            <a:spcBef>
              <a:spcPct val="0"/>
            </a:spcBef>
            <a:spcAft>
              <a:spcPct val="35000"/>
            </a:spcAft>
            <a:buNone/>
          </a:pPr>
          <a:r>
            <a:rPr lang="en-SG" sz="1600" b="0" i="0" kern="1200"/>
            <a:t>Generate FGSM adversarial examples using IBM ART</a:t>
          </a:r>
          <a:endParaRPr lang="en-US" sz="1600" kern="1200"/>
        </a:p>
      </dsp:txBody>
      <dsp:txXfrm>
        <a:off x="2923851" y="1969921"/>
        <a:ext cx="1311883" cy="1703223"/>
      </dsp:txXfrm>
    </dsp:sp>
    <dsp:sp modelId="{AC862BA0-54C3-4A41-8AD5-A5354FDAE329}">
      <dsp:nvSpPr>
        <dsp:cNvPr id="0" name=""/>
        <dsp:cNvSpPr/>
      </dsp:nvSpPr>
      <dsp:spPr>
        <a:xfrm>
          <a:off x="4381500" y="1274531"/>
          <a:ext cx="1311883" cy="72"/>
        </a:xfrm>
        <a:prstGeom prst="rect">
          <a:avLst/>
        </a:prstGeom>
        <a:solidFill>
          <a:schemeClr val="accent6">
            <a:tint val="40000"/>
            <a:alpha val="90000"/>
            <a:hueOff val="0"/>
            <a:satOff val="0"/>
            <a:lumOff val="0"/>
            <a:alphaOff val="0"/>
          </a:schemeClr>
        </a:solidFill>
        <a:ln w="1905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C9A100F-51C4-4A8C-B157-A93BC3FA7FEF}">
      <dsp:nvSpPr>
        <dsp:cNvPr id="0" name=""/>
        <dsp:cNvSpPr/>
      </dsp:nvSpPr>
      <dsp:spPr>
        <a:xfrm>
          <a:off x="5728367" y="1225542"/>
          <a:ext cx="67051" cy="126063"/>
        </a:xfrm>
        <a:prstGeom prst="chevron">
          <a:avLst>
            <a:gd name="adj" fmla="val 90000"/>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120A1D5-B963-4A7A-B4EA-B519D703B122}">
      <dsp:nvSpPr>
        <dsp:cNvPr id="0" name=""/>
        <dsp:cNvSpPr/>
      </dsp:nvSpPr>
      <dsp:spPr>
        <a:xfrm>
          <a:off x="4770064" y="1007189"/>
          <a:ext cx="534755" cy="534755"/>
        </a:xfrm>
        <a:prstGeom prst="ellipse">
          <a:avLst/>
        </a:prstGeom>
        <a:solidFill>
          <a:schemeClr val="accent5">
            <a:hueOff val="0"/>
            <a:satOff val="0"/>
            <a:lumOff val="0"/>
            <a:alphaOff val="0"/>
          </a:schemeClr>
        </a:solidFill>
        <a:ln w="1905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751" tIns="20751" rIns="20751" bIns="20751" numCol="1" spcCol="1270" anchor="ctr" anchorCtr="0">
          <a:noAutofit/>
        </a:bodyPr>
        <a:lstStyle/>
        <a:p>
          <a:pPr marL="0" lvl="0" indent="0" algn="ctr" defTabSz="1022350">
            <a:lnSpc>
              <a:spcPct val="90000"/>
            </a:lnSpc>
            <a:spcBef>
              <a:spcPct val="0"/>
            </a:spcBef>
            <a:spcAft>
              <a:spcPct val="35000"/>
            </a:spcAft>
            <a:buNone/>
          </a:pPr>
          <a:r>
            <a:rPr lang="en-GB" sz="2300" kern="1200"/>
            <a:t>4</a:t>
          </a:r>
        </a:p>
      </dsp:txBody>
      <dsp:txXfrm>
        <a:off x="4848377" y="1085502"/>
        <a:ext cx="378129" cy="378129"/>
      </dsp:txXfrm>
    </dsp:sp>
    <dsp:sp modelId="{79742B62-6132-4244-8542-E77558BCB338}">
      <dsp:nvSpPr>
        <dsp:cNvPr id="0" name=""/>
        <dsp:cNvSpPr/>
      </dsp:nvSpPr>
      <dsp:spPr>
        <a:xfrm>
          <a:off x="4381500" y="1707544"/>
          <a:ext cx="1311883" cy="1965600"/>
        </a:xfrm>
        <a:prstGeom prst="upArrowCallout">
          <a:avLst>
            <a:gd name="adj1" fmla="val 50000"/>
            <a:gd name="adj2" fmla="val 20000"/>
            <a:gd name="adj3" fmla="val 20000"/>
            <a:gd name="adj4" fmla="val 100000"/>
          </a:avLst>
        </a:prstGeom>
        <a:solidFill>
          <a:schemeClr val="accent3">
            <a:tint val="40000"/>
            <a:alpha val="90000"/>
            <a:hueOff val="0"/>
            <a:satOff val="0"/>
            <a:lumOff val="0"/>
            <a:alphaOff val="0"/>
          </a:schemeClr>
        </a:solidFill>
        <a:ln w="1905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3483" tIns="165100" rIns="103483" bIns="165100" numCol="1" spcCol="1270" anchor="t" anchorCtr="0">
          <a:noAutofit/>
        </a:bodyPr>
        <a:lstStyle/>
        <a:p>
          <a:pPr marL="0" lvl="0" indent="0" algn="l" defTabSz="666750">
            <a:lnSpc>
              <a:spcPct val="90000"/>
            </a:lnSpc>
            <a:spcBef>
              <a:spcPct val="0"/>
            </a:spcBef>
            <a:spcAft>
              <a:spcPct val="35000"/>
            </a:spcAft>
            <a:buNone/>
          </a:pPr>
          <a:r>
            <a:rPr lang="en-SG" sz="1500" b="0" i="0" kern="1200"/>
            <a:t>Analyse robustness degradation under varying epsilon values</a:t>
          </a:r>
          <a:endParaRPr lang="en-GB" sz="1500" kern="1200"/>
        </a:p>
      </dsp:txBody>
      <dsp:txXfrm>
        <a:off x="4381500" y="1969921"/>
        <a:ext cx="1311883" cy="1703223"/>
      </dsp:txXfrm>
    </dsp:sp>
    <dsp:sp modelId="{A689ACBD-DBEE-4EC5-BB6B-3D0403985E89}">
      <dsp:nvSpPr>
        <dsp:cNvPr id="0" name=""/>
        <dsp:cNvSpPr/>
      </dsp:nvSpPr>
      <dsp:spPr>
        <a:xfrm>
          <a:off x="5839148" y="1274531"/>
          <a:ext cx="1311883" cy="72"/>
        </a:xfrm>
        <a:prstGeom prst="rect">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3366F08-224C-4758-BDB1-D6B3C27B51EE}">
      <dsp:nvSpPr>
        <dsp:cNvPr id="0" name=""/>
        <dsp:cNvSpPr/>
      </dsp:nvSpPr>
      <dsp:spPr>
        <a:xfrm>
          <a:off x="7186016" y="1225542"/>
          <a:ext cx="67051" cy="126063"/>
        </a:xfrm>
        <a:prstGeom prst="chevron">
          <a:avLst>
            <a:gd name="adj" fmla="val 90000"/>
          </a:avLst>
        </a:prstGeom>
        <a:solidFill>
          <a:schemeClr val="accent5">
            <a:tint val="40000"/>
            <a:alpha val="90000"/>
            <a:hueOff val="0"/>
            <a:satOff val="0"/>
            <a:lumOff val="0"/>
            <a:alphaOff val="0"/>
          </a:schemeClr>
        </a:solidFill>
        <a:ln w="1905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3B6C8A0-5517-40A9-85CE-7D759776AC48}">
      <dsp:nvSpPr>
        <dsp:cNvPr id="0" name=""/>
        <dsp:cNvSpPr/>
      </dsp:nvSpPr>
      <dsp:spPr>
        <a:xfrm>
          <a:off x="6227713" y="1007189"/>
          <a:ext cx="534755" cy="534755"/>
        </a:xfrm>
        <a:prstGeom prst="ellipse">
          <a:avLst/>
        </a:prstGeom>
        <a:solidFill>
          <a:schemeClr val="accent6">
            <a:hueOff val="0"/>
            <a:satOff val="0"/>
            <a:lumOff val="0"/>
            <a:alphaOff val="0"/>
          </a:schemeClr>
        </a:solidFill>
        <a:ln w="19050" cap="flat" cmpd="sng" algn="ctr">
          <a:solidFill>
            <a:schemeClr val="accent6">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751" tIns="20751" rIns="20751" bIns="20751" numCol="1" spcCol="1270" anchor="ctr" anchorCtr="0">
          <a:noAutofit/>
        </a:bodyPr>
        <a:lstStyle/>
        <a:p>
          <a:pPr marL="0" lvl="0" indent="0" algn="ctr" defTabSz="1022350">
            <a:lnSpc>
              <a:spcPct val="90000"/>
            </a:lnSpc>
            <a:spcBef>
              <a:spcPct val="0"/>
            </a:spcBef>
            <a:spcAft>
              <a:spcPct val="35000"/>
            </a:spcAft>
            <a:buNone/>
          </a:pPr>
          <a:r>
            <a:rPr lang="en-GB" sz="2300" kern="1200"/>
            <a:t>5</a:t>
          </a:r>
        </a:p>
      </dsp:txBody>
      <dsp:txXfrm>
        <a:off x="6306026" y="1085502"/>
        <a:ext cx="378129" cy="378129"/>
      </dsp:txXfrm>
    </dsp:sp>
    <dsp:sp modelId="{EDA562DD-DE7D-4DEB-8DF5-2E3E8B0F9B75}">
      <dsp:nvSpPr>
        <dsp:cNvPr id="0" name=""/>
        <dsp:cNvSpPr/>
      </dsp:nvSpPr>
      <dsp:spPr>
        <a:xfrm>
          <a:off x="5839148" y="1707544"/>
          <a:ext cx="1311883" cy="1965600"/>
        </a:xfrm>
        <a:prstGeom prst="upArrowCallout">
          <a:avLst>
            <a:gd name="adj1" fmla="val 50000"/>
            <a:gd name="adj2" fmla="val 20000"/>
            <a:gd name="adj3" fmla="val 20000"/>
            <a:gd name="adj4" fmla="val 100000"/>
          </a:avLst>
        </a:prstGeom>
        <a:solidFill>
          <a:schemeClr val="accent6">
            <a:tint val="40000"/>
            <a:alpha val="90000"/>
            <a:hueOff val="0"/>
            <a:satOff val="0"/>
            <a:lumOff val="0"/>
            <a:alphaOff val="0"/>
          </a:schemeClr>
        </a:solidFill>
        <a:ln w="19050" cap="flat" cmpd="sng" algn="ctr">
          <a:solidFill>
            <a:schemeClr val="accent6">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3483" tIns="165100" rIns="103483" bIns="165100" numCol="1" spcCol="1270" anchor="t" anchorCtr="0">
          <a:noAutofit/>
        </a:bodyPr>
        <a:lstStyle/>
        <a:p>
          <a:pPr marL="0" lvl="0" indent="0" algn="l" defTabSz="711200">
            <a:lnSpc>
              <a:spcPct val="90000"/>
            </a:lnSpc>
            <a:spcBef>
              <a:spcPct val="0"/>
            </a:spcBef>
            <a:spcAft>
              <a:spcPct val="35000"/>
            </a:spcAft>
            <a:buNone/>
          </a:pPr>
          <a:r>
            <a:rPr lang="en-SG" sz="1600" b="0" i="0" kern="1200"/>
            <a:t>Investigate class-level adversarial vulnerability patterns</a:t>
          </a:r>
          <a:endParaRPr lang="en-GB" sz="1600" kern="1200"/>
        </a:p>
      </dsp:txBody>
      <dsp:txXfrm>
        <a:off x="5839148" y="1969921"/>
        <a:ext cx="1311883" cy="1703223"/>
      </dsp:txXfrm>
    </dsp:sp>
    <dsp:sp modelId="{EB860A1B-DAD7-4AC1-B6A4-19877ECC6955}">
      <dsp:nvSpPr>
        <dsp:cNvPr id="0" name=""/>
        <dsp:cNvSpPr/>
      </dsp:nvSpPr>
      <dsp:spPr>
        <a:xfrm>
          <a:off x="7296797" y="1274530"/>
          <a:ext cx="655941" cy="72"/>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F4F490C-1EC5-4F24-B3D2-2DC9A678E842}">
      <dsp:nvSpPr>
        <dsp:cNvPr id="0" name=""/>
        <dsp:cNvSpPr/>
      </dsp:nvSpPr>
      <dsp:spPr>
        <a:xfrm>
          <a:off x="7685361" y="1007189"/>
          <a:ext cx="534755" cy="534755"/>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751" tIns="20751" rIns="20751" bIns="20751" numCol="1" spcCol="1270" anchor="ctr" anchorCtr="0">
          <a:noAutofit/>
        </a:bodyPr>
        <a:lstStyle/>
        <a:p>
          <a:pPr marL="0" lvl="0" indent="0" algn="ctr" defTabSz="1022350">
            <a:lnSpc>
              <a:spcPct val="90000"/>
            </a:lnSpc>
            <a:spcBef>
              <a:spcPct val="0"/>
            </a:spcBef>
            <a:spcAft>
              <a:spcPct val="35000"/>
            </a:spcAft>
            <a:buNone/>
          </a:pPr>
          <a:r>
            <a:rPr lang="en-GB" sz="2300" kern="1200"/>
            <a:t>6</a:t>
          </a:r>
        </a:p>
      </dsp:txBody>
      <dsp:txXfrm>
        <a:off x="7763674" y="1085502"/>
        <a:ext cx="378129" cy="378129"/>
      </dsp:txXfrm>
    </dsp:sp>
    <dsp:sp modelId="{A4E9EF2E-C120-4BA0-A40B-09E8D43BD9DE}">
      <dsp:nvSpPr>
        <dsp:cNvPr id="0" name=""/>
        <dsp:cNvSpPr/>
      </dsp:nvSpPr>
      <dsp:spPr>
        <a:xfrm>
          <a:off x="7296797" y="1707544"/>
          <a:ext cx="1311883" cy="1965600"/>
        </a:xfrm>
        <a:prstGeom prst="upArrowCallout">
          <a:avLst>
            <a:gd name="adj1" fmla="val 50000"/>
            <a:gd name="adj2" fmla="val 20000"/>
            <a:gd name="adj3" fmla="val 20000"/>
            <a:gd name="adj4" fmla="val 100000"/>
          </a:avLst>
        </a:prstGeom>
        <a:solidFill>
          <a:schemeClr val="accent4">
            <a:tint val="40000"/>
            <a:alpha val="90000"/>
            <a:hueOff val="0"/>
            <a:satOff val="0"/>
            <a:lumOff val="0"/>
            <a:alphaOff val="0"/>
          </a:scheme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3483" tIns="165100" rIns="103483" bIns="165100" numCol="1" spcCol="1270" anchor="t" anchorCtr="0">
          <a:noAutofit/>
        </a:bodyPr>
        <a:lstStyle/>
        <a:p>
          <a:pPr marL="0" lvl="0" indent="0" algn="l" defTabSz="600075">
            <a:lnSpc>
              <a:spcPct val="90000"/>
            </a:lnSpc>
            <a:spcBef>
              <a:spcPct val="0"/>
            </a:spcBef>
            <a:spcAft>
              <a:spcPct val="35000"/>
            </a:spcAft>
            <a:buNone/>
          </a:pPr>
          <a:r>
            <a:rPr lang="en-SG" sz="1350" kern="1200"/>
            <a:t>Compare adversarial behaviour across datasets with different feature complexity</a:t>
          </a:r>
          <a:endParaRPr lang="en-GB" sz="1350" kern="1200"/>
        </a:p>
      </dsp:txBody>
      <dsp:txXfrm>
        <a:off x="7296797" y="1969921"/>
        <a:ext cx="1311883" cy="170322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9C6148-EEC4-FB4F-A0E7-68D608D6409B}">
      <dsp:nvSpPr>
        <dsp:cNvPr id="0" name=""/>
        <dsp:cNvSpPr/>
      </dsp:nvSpPr>
      <dsp:spPr>
        <a:xfrm>
          <a:off x="2310" y="318658"/>
          <a:ext cx="1833041" cy="2566258"/>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998" tIns="330200" rIns="96998" bIns="330200" numCol="1" spcCol="1270" anchor="ctr" anchorCtr="0">
          <a:noAutofit/>
        </a:bodyPr>
        <a:lstStyle/>
        <a:p>
          <a:pPr marL="0" lvl="0" indent="0" algn="ctr" defTabSz="711200">
            <a:lnSpc>
              <a:spcPct val="90000"/>
            </a:lnSpc>
            <a:spcBef>
              <a:spcPct val="0"/>
            </a:spcBef>
            <a:spcAft>
              <a:spcPct val="35000"/>
            </a:spcAft>
            <a:buNone/>
          </a:pPr>
          <a:r>
            <a:rPr lang="en-GB" sz="1600" kern="1200"/>
            <a:t>Data Loading &amp; Pre-Processing</a:t>
          </a:r>
        </a:p>
      </dsp:txBody>
      <dsp:txXfrm>
        <a:off x="2310" y="1550462"/>
        <a:ext cx="1833041" cy="1334454"/>
      </dsp:txXfrm>
    </dsp:sp>
    <dsp:sp modelId="{2092F246-056B-7D4E-9DC8-05580FE54B0D}">
      <dsp:nvSpPr>
        <dsp:cNvPr id="0" name=""/>
        <dsp:cNvSpPr/>
      </dsp:nvSpPr>
      <dsp:spPr>
        <a:xfrm>
          <a:off x="405579" y="511127"/>
          <a:ext cx="1026503" cy="1026503"/>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4319" tIns="12700" rIns="54319" bIns="12700" numCol="1" spcCol="1270" anchor="ctr" anchorCtr="0">
          <a:noAutofit/>
        </a:bodyPr>
        <a:lstStyle/>
        <a:p>
          <a:pPr marL="0" lvl="0" indent="0" algn="ctr" defTabSz="2133600">
            <a:lnSpc>
              <a:spcPct val="90000"/>
            </a:lnSpc>
            <a:spcBef>
              <a:spcPct val="0"/>
            </a:spcBef>
            <a:spcAft>
              <a:spcPct val="35000"/>
            </a:spcAft>
            <a:buNone/>
          </a:pPr>
          <a:r>
            <a:rPr sz="4800" kern="1200"/>
            <a:t>1</a:t>
          </a:r>
        </a:p>
      </dsp:txBody>
      <dsp:txXfrm>
        <a:off x="555907" y="661455"/>
        <a:ext cx="725847" cy="725847"/>
      </dsp:txXfrm>
    </dsp:sp>
    <dsp:sp modelId="{F99985F0-64F5-2D41-987C-B2425FE37D4D}">
      <dsp:nvSpPr>
        <dsp:cNvPr id="0" name=""/>
        <dsp:cNvSpPr/>
      </dsp:nvSpPr>
      <dsp:spPr>
        <a:xfrm>
          <a:off x="2018656" y="318658"/>
          <a:ext cx="1833041" cy="2566258"/>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998" tIns="330200" rIns="96998" bIns="330200" numCol="1" spcCol="1270" anchor="ctr" anchorCtr="0">
          <a:noAutofit/>
        </a:bodyPr>
        <a:lstStyle/>
        <a:p>
          <a:pPr marL="0" lvl="0" indent="0" algn="ctr" defTabSz="711200">
            <a:lnSpc>
              <a:spcPct val="90000"/>
            </a:lnSpc>
            <a:spcBef>
              <a:spcPct val="0"/>
            </a:spcBef>
            <a:spcAft>
              <a:spcPct val="35000"/>
            </a:spcAft>
            <a:buNone/>
          </a:pPr>
          <a:r>
            <a:rPr lang="en-GB" sz="1600" kern="1200"/>
            <a:t>Train model on baseline</a:t>
          </a:r>
        </a:p>
      </dsp:txBody>
      <dsp:txXfrm>
        <a:off x="2018656" y="1550462"/>
        <a:ext cx="1833041" cy="1334454"/>
      </dsp:txXfrm>
    </dsp:sp>
    <dsp:sp modelId="{48478759-6543-4E43-BC23-5F9562FDE527}">
      <dsp:nvSpPr>
        <dsp:cNvPr id="0" name=""/>
        <dsp:cNvSpPr/>
      </dsp:nvSpPr>
      <dsp:spPr>
        <a:xfrm>
          <a:off x="2421925" y="511127"/>
          <a:ext cx="1026503" cy="1026503"/>
        </a:xfrm>
        <a:prstGeom prst="ellipse">
          <a:avLst/>
        </a:prstGeom>
        <a:solidFill>
          <a:schemeClr val="accent2">
            <a:hueOff val="2147871"/>
            <a:satOff val="-6164"/>
            <a:lumOff val="-987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4319" tIns="12700" rIns="54319" bIns="12700" numCol="1" spcCol="1270" anchor="ctr" anchorCtr="0">
          <a:noAutofit/>
        </a:bodyPr>
        <a:lstStyle/>
        <a:p>
          <a:pPr marL="0" lvl="0" indent="0" algn="ctr" defTabSz="2133600">
            <a:lnSpc>
              <a:spcPct val="90000"/>
            </a:lnSpc>
            <a:spcBef>
              <a:spcPct val="0"/>
            </a:spcBef>
            <a:spcAft>
              <a:spcPct val="35000"/>
            </a:spcAft>
            <a:buNone/>
          </a:pPr>
          <a:r>
            <a:rPr sz="4800" kern="1200"/>
            <a:t>2</a:t>
          </a:r>
        </a:p>
      </dsp:txBody>
      <dsp:txXfrm>
        <a:off x="2572253" y="661455"/>
        <a:ext cx="725847" cy="725847"/>
      </dsp:txXfrm>
    </dsp:sp>
    <dsp:sp modelId="{2F7B4C95-A2F4-424E-854A-6B40DDDAECA5}">
      <dsp:nvSpPr>
        <dsp:cNvPr id="0" name=""/>
        <dsp:cNvSpPr/>
      </dsp:nvSpPr>
      <dsp:spPr>
        <a:xfrm>
          <a:off x="4035002" y="318658"/>
          <a:ext cx="1833041" cy="2566258"/>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998" tIns="330200" rIns="96998" bIns="330200" numCol="1" spcCol="1270" anchor="ctr" anchorCtr="0">
          <a:noAutofit/>
        </a:bodyPr>
        <a:lstStyle/>
        <a:p>
          <a:pPr marL="0" lvl="0" indent="0" algn="ctr" defTabSz="711200">
            <a:lnSpc>
              <a:spcPct val="90000"/>
            </a:lnSpc>
            <a:spcBef>
              <a:spcPct val="0"/>
            </a:spcBef>
            <a:spcAft>
              <a:spcPct val="35000"/>
            </a:spcAft>
            <a:buNone/>
          </a:pPr>
          <a:r>
            <a:rPr lang="en-GB" sz="1600" kern="1200"/>
            <a:t>FGSM Attack using epsilon sweep</a:t>
          </a:r>
        </a:p>
      </dsp:txBody>
      <dsp:txXfrm>
        <a:off x="4035002" y="1550462"/>
        <a:ext cx="1833041" cy="1334454"/>
      </dsp:txXfrm>
    </dsp:sp>
    <dsp:sp modelId="{CD52BD64-94EC-6447-85B8-E5B7B3B0AD95}">
      <dsp:nvSpPr>
        <dsp:cNvPr id="0" name=""/>
        <dsp:cNvSpPr/>
      </dsp:nvSpPr>
      <dsp:spPr>
        <a:xfrm>
          <a:off x="4438271" y="511127"/>
          <a:ext cx="1026503" cy="1026503"/>
        </a:xfrm>
        <a:prstGeom prst="ellipse">
          <a:avLst/>
        </a:prstGeom>
        <a:solidFill>
          <a:schemeClr val="accent2">
            <a:hueOff val="4295743"/>
            <a:satOff val="-12329"/>
            <a:lumOff val="-19739"/>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4319" tIns="12700" rIns="54319" bIns="12700" numCol="1" spcCol="1270" anchor="ctr" anchorCtr="0">
          <a:noAutofit/>
        </a:bodyPr>
        <a:lstStyle/>
        <a:p>
          <a:pPr marL="0" lvl="0" indent="0" algn="ctr" defTabSz="2133600">
            <a:lnSpc>
              <a:spcPct val="90000"/>
            </a:lnSpc>
            <a:spcBef>
              <a:spcPct val="0"/>
            </a:spcBef>
            <a:spcAft>
              <a:spcPct val="35000"/>
            </a:spcAft>
            <a:buNone/>
          </a:pPr>
          <a:r>
            <a:rPr sz="4800" kern="1200"/>
            <a:t>3</a:t>
          </a:r>
        </a:p>
      </dsp:txBody>
      <dsp:txXfrm>
        <a:off x="4588599" y="661455"/>
        <a:ext cx="725847" cy="725847"/>
      </dsp:txXfrm>
    </dsp:sp>
    <dsp:sp modelId="{DE391B3C-F5EB-074A-9C27-0BCA890289A3}">
      <dsp:nvSpPr>
        <dsp:cNvPr id="0" name=""/>
        <dsp:cNvSpPr/>
      </dsp:nvSpPr>
      <dsp:spPr>
        <a:xfrm>
          <a:off x="6051347" y="318658"/>
          <a:ext cx="1833041" cy="2566258"/>
        </a:xfrm>
        <a:prstGeom prst="roundRect">
          <a:avLst>
            <a:gd name="adj" fmla="val 10000"/>
          </a:avLst>
        </a:prstGeom>
        <a:solidFill>
          <a:schemeClr val="lt1">
            <a:alpha val="90000"/>
            <a:hueOff val="0"/>
            <a:satOff val="0"/>
            <a:lumOff val="0"/>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998" tIns="330200" rIns="96998" bIns="330200" numCol="1" spcCol="1270" anchor="ctr" anchorCtr="0">
          <a:noAutofit/>
        </a:bodyPr>
        <a:lstStyle/>
        <a:p>
          <a:pPr marL="0" lvl="0" indent="0" algn="ctr" defTabSz="711200">
            <a:lnSpc>
              <a:spcPct val="90000"/>
            </a:lnSpc>
            <a:spcBef>
              <a:spcPct val="0"/>
            </a:spcBef>
            <a:spcAft>
              <a:spcPct val="35000"/>
            </a:spcAft>
            <a:buNone/>
          </a:pPr>
          <a:r>
            <a:rPr lang="en-GB" sz="1600" kern="1200"/>
            <a:t>Analysis &amp; Visualisation</a:t>
          </a:r>
        </a:p>
      </dsp:txBody>
      <dsp:txXfrm>
        <a:off x="6051347" y="1550462"/>
        <a:ext cx="1833041" cy="1334454"/>
      </dsp:txXfrm>
    </dsp:sp>
    <dsp:sp modelId="{C5862252-3087-5D49-908A-FC21D03D549C}">
      <dsp:nvSpPr>
        <dsp:cNvPr id="0" name=""/>
        <dsp:cNvSpPr/>
      </dsp:nvSpPr>
      <dsp:spPr>
        <a:xfrm>
          <a:off x="6454616" y="511127"/>
          <a:ext cx="1026503" cy="1026503"/>
        </a:xfrm>
        <a:prstGeom prst="ellips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4319" tIns="12700" rIns="54319" bIns="12700" numCol="1" spcCol="1270" anchor="ctr" anchorCtr="0">
          <a:noAutofit/>
        </a:bodyPr>
        <a:lstStyle/>
        <a:p>
          <a:pPr marL="0" lvl="0" indent="0" algn="ctr" defTabSz="2133600">
            <a:lnSpc>
              <a:spcPct val="90000"/>
            </a:lnSpc>
            <a:spcBef>
              <a:spcPct val="0"/>
            </a:spcBef>
            <a:spcAft>
              <a:spcPct val="35000"/>
            </a:spcAft>
            <a:buNone/>
          </a:pPr>
          <a:r>
            <a:rPr lang="en-GB" sz="4800" kern="1200"/>
            <a:t>4</a:t>
          </a:r>
        </a:p>
      </dsp:txBody>
      <dsp:txXfrm>
        <a:off x="6604944" y="661455"/>
        <a:ext cx="725847" cy="725847"/>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6/7/layout/LinearArrowProcessNumbered#3">
  <dgm:title val="Linear Arrow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shape called UpArrowCallout. Also the nodes are connected by an arrow like shape emphasizing the process natur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D975081A-A9C7-0646-94BE-EEF98C164D9B}">
          <dgm:prSet phldrT="1"/>
          <dgm:t>
            <a:bodyPr/>
            <a:lstStyle/>
            <a:p>
              <a:r>
                <a:t>1</a:t>
              </a:r>
            </a:p>
          </dgm:t>
        </dgm:pt>
        <dgm:pt modelId="201" type="sibTrans" cxnId="{8FD1A8A5-698E-F04E-AA4D-E6A92E270BB4}">
          <dgm:prSet phldrT="2"/>
          <dgm:t>
            <a:bodyPr/>
            <a:lstStyle/>
            <a:p>
              <a:r>
                <a:t>2</a:t>
              </a:r>
            </a:p>
          </dgm:t>
        </dgm:pt>
        <dgm:pt modelId="301" type="sibTrans" cxnId="{5B3FF1E7-0EE6-F345-9D99-6DD7FD3121A6}">
          <dgm:prSet phldrT="3"/>
          <dgm:t>
            <a:bodyPr/>
            <a:lstStyle/>
            <a:p>
              <a:r>
                <a:t>3</a:t>
              </a:r>
            </a:p>
          </dgm:t>
        </dgm:pt>
      </dgm:ptLst>
      <dgm:cxnLst>
        <dgm:cxn modelId="4" srcId="0" destId="1" srcOrd="0" destOrd="0" sibTransId="101"/>
        <dgm:cxn modelId="5" srcId="0" destId="2" srcOrd="1" destOrd="0" sibTransId="201"/>
        <dgm:cxn modelId="6" srcId="0" destId="3" srcOrd="3"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L"/>
      <dgm:param type="nodeVertAlign" val="t"/>
    </dgm:alg>
    <dgm:shape xmlns:r="http://schemas.openxmlformats.org/officeDocument/2006/relationships" r:blip="">
      <dgm:adjLst/>
    </dgm:shape>
    <dgm:presOf/>
    <dgm:constrLst>
      <dgm:constr type="w" for="ch" forName="compositeNode" refType="w"/>
      <dgm:constr type="h" for="ch" forName="compositeNode" op="equ"/>
      <dgm:constr type="w" for="ch" forName="sibTransComposite" refType="w" refFor="ch" refForName="compositeNode" fact="0"/>
      <dgm:constr type="w" for="des" forName="parTx"/>
      <dgm:constr type="h" for="des" forName="parTx" op="equ"/>
      <dgm:constr type="h" for="des" forName="parSh" op="equ"/>
      <dgm:constr type="w" for="des" forName="nodeText"/>
      <dgm:constr type="h" for="des" forName="nodeText" op="equ"/>
      <dgm:constr type="w" for="des" forName="parSh"/>
      <dgm:constr type="w" for="des" forName="parSh" op="equ"/>
      <dgm:constr type="primFontSz" for="des" forName="parTx" val="26"/>
      <dgm:constr type="primFontSz" for="des" forName="parTx" op="equ"/>
      <dgm:constr type="primFontSz" for="des" forName="parSh" op="equ"/>
      <dgm:constr type="primFontSz" for="des" forName="nodeText" op="equ"/>
      <dgm:constr type="secFontSz" for="des" forName="nodeText" op="equ"/>
      <dgm:constr type="primFontSz" for="des" forName="sibTransNodeCircle" op="equ"/>
      <dgm:constr type="h" for="des" forName="sibTransNodeCircle" op="equ"/>
      <dgm:constr type="w" for="des" forName="sibTransNodeCircle" op="equ"/>
      <dgm:constr type="h" for="des" forName="parTx" refType="primFontSz" refFor="des" refForName="parTx" fact="1.5"/>
      <dgm:constr type="h" for="ch" forName="compositeNode" refType="h"/>
      <dgm:constr type="h" for="des" forName="parSh" refType="w"/>
      <dgm:constr type="h" for="des" forName="nodeText" refType="primFontSz" refFor="des" refForName="parTx" fact="2.1"/>
      <dgm:constr type="h" for="des" forName="parSh" refType="h" refFor="des" refForName="parTx" op="lte" fact="1.2"/>
      <dgm:constr type="h" for="des" forName="parSh" refType="h" refFor="des" refForName="parTx" op="gte" fact="1.2"/>
    </dgm:constrLst>
    <dgm:ruleLst>
      <dgm:rule type="primFontSz" for="des" forName="parSh" val="5" fact="NaN" max="NaN"/>
    </dgm:ruleLst>
    <dgm:forEach name="Name3" axis="ch" ptType="node">
      <dgm:layoutNode name="compositeNode">
        <dgm:alg type="composite"/>
        <dgm:shape xmlns:r="http://schemas.openxmlformats.org/officeDocument/2006/relationships" r:blip="">
          <dgm:adjLst/>
        </dgm:shape>
        <dgm:presOf/>
        <dgm:choose name="Name004">
          <dgm:if name="Name5" axis="self" ptType="node" func="cnt" op="equ" val="0">
            <dgm:constrLst>
              <dgm:constr type="w" for="ch" forName="parTx" refType="w"/>
              <dgm:constr type="w" for="ch" forName="parSh" refType="w" refFor="ch" refForName="parTx"/>
              <dgm:constr type="w" for="ch" forName="nodeText" refType="w" refFor="ch" refForName="parTx"/>
              <dgm:constr type="t" for="ch" forName="nodeText" refType="b" refFor="ch" refForName="parSh"/>
            </dgm:constrLst>
          </dgm:if>
          <dgm:else name="Name6">
            <dgm:constrLst>
              <dgm:constr type="w" for="ch" forName="parTx" refType="w"/>
              <dgm:constr type="w" for="ch" forName="parSh" refType="w" refFor="ch" refForName="parTx"/>
              <dgm:constr type="w" for="ch" forName="nodeText" refType="w" refFor="ch" refForName="parTx" fact="0.9"/>
              <dgm:constr type="t" for="ch" forName="nodeText" refType="b" refFor="ch" refForName="parSh"/>
            </dgm:constrLst>
          </dgm:else>
        </dgm:choose>
        <dgm:ruleLst>
          <dgm:rule type="h" val="INF" fact="NaN" max="NaN"/>
        </dgm:ruleLst>
        <dgm:layoutNode name="parTx">
          <dgm:varLst>
            <dgm:chMax val="0"/>
            <dgm:chPref val="0"/>
            <dgm:bulletEnabled val="1"/>
          </dgm:varLst>
          <dgm:alg type="tx"/>
          <dgm:shape xmlns:r="http://schemas.openxmlformats.org/officeDocument/2006/relationships" type="rect" r:blip="" zOrderOff="1" hideGeom="1">
            <dgm:adjLst/>
          </dgm:shape>
          <dgm:presOf/>
          <dgm:constrLst>
            <dgm:constr type="h" refType="w" op="lte" fact="0.4"/>
            <dgm:constr type="h"/>
          </dgm:constrLst>
          <dgm:ruleLst>
            <dgm:rule type="h" val="INF" fact="NaN" max="NaN"/>
          </dgm:ruleLst>
        </dgm:layoutNode>
        <dgm:layoutNode name="parSh">
          <dgm:alg type="composite"/>
          <dgm:shape xmlns:r="http://schemas.openxmlformats.org/officeDocument/2006/relationships" r:blip="">
            <dgm:adjLst/>
          </dgm:shape>
          <dgm:presOf axis="self" ptType="node"/>
          <dgm:choose name="casesForFirstAndLastNode">
            <dgm:if name="ifFirstNode" axis="self" ptType="node" func="pos" op="equ" val="1">
              <dgm:choose name="removeLineWhenOnlyOneNode">
                <dgm:if name="ifOnlyOneNode" axis="followSib" ptType="node" func="cnt" op="equ" val="0">
                  <dgm:constrLst>
                    <dgm:constr type="h"/>
                    <dgm:constr type="h" for="ch" forName="lineNode" val="0.002"/>
                    <dgm:constr type="w" for="ch" forName="lineNode" refType="w" fact="0"/>
                    <dgm:constr type="w" for="ch" forName="lineArrowNode" refType="w" fact="0"/>
                    <dgm:constr type="h" for="ch" forName="lineArrowNode" refType="h" fact="0"/>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ifMoreThanOneNode">
                  <dgm:constrLst>
                    <dgm:constr type="h"/>
                    <dgm:constr type="h" for="ch" forName="lineNode" val="0.002"/>
                    <dgm:constr type="w" for="ch" forName="lineNode" refType="w" fact="0.4"/>
                    <dgm:constr type="l" for="ch" forName="lineNode" refType="w" fact="0.5"/>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if>
            <dgm:if name="ifLastNode" axis="self" ptType="node" func="revPos" op="equ" val="1">
              <dgm:constrLst>
                <dgm:constr type="h"/>
                <dgm:constr type="h" for="ch" forName="lineNode" val="0.002"/>
                <dgm:constr type="w" for="ch" forName="lineNode" refType="w" fact="0.45"/>
                <dgm:constr type="w" for="ch" forName="lineArrowNode" refType="w" fact="0"/>
                <dgm:constr type="h" for="ch" forName="lineArrowNode" refType="h" fact="0"/>
                <dgm:constr type="ctrY" for="ch" forName="lineNode" refType="ctrY" refFor="ch" refForName="sibTransNodeCircle"/>
                <dgm:constr type="h" for="ch" forName="sibTransNodeCircle" refType="h"/>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if>
            <dgm:else name="allOtherNodes">
              <dgm:constrLst>
                <dgm:constr type="h"/>
                <dgm:constr type="h" for="ch" forName="lineNode" val="0.002"/>
                <dgm:constr type="w" for="ch" forName="lineNode" refType="w" fact="0.9"/>
                <dgm:constr type="w" for="ch" forName="lineArrowNode" refType="w" fact="0.046"/>
                <dgm:constr type="h" for="ch" forName="lineArrowNode" refType="h" fact="0.18"/>
                <dgm:constr type="l" for="ch" forName="lineArrowNode" refType="w" fact="0.924"/>
                <dgm:constr type="t" for="ch" forName="lineArrowNode" refType="h" fact="0.18"/>
                <dgm:constr type="ctrY" for="ch" forName="lineNode" refType="ctrY" refFor="ch" refForName="sibTransNodeCircle"/>
                <dgm:constr type="h" for="ch" forName="sibTransNodeCircle" refType="h" fact="0.9"/>
                <dgm:constr type="w" for="ch" forName="sibTransNodeCircle" refType="h" refFor="ch" refForName="sibTransNodeCircle"/>
                <dgm:constr type="ctrX" for="ch" forName="sibTransNodeCircle" refType="w" fact="0.45"/>
                <dgm:constr type="ctrY" for="ch" forName="sibTransNodeCircle" refType="h" fact="0.25"/>
                <dgm:constr type="t" for="ch" forName="spacerBetweenCircleAndCallout" refType="b" refFor="ch" refForName="sibTransNodeCircle"/>
                <dgm:constr type="h" for="ch" forName="spacerBetweenCircleAndCallout" val="4.6"/>
              </dgm:constrLst>
            </dgm:else>
          </dgm:choose>
          <dgm:layoutNode name="lineNode" styleLbl="alignAccFollowNode1">
            <dgm:alg type="sp"/>
            <dgm:shape xmlns:r="http://schemas.openxmlformats.org/officeDocument/2006/relationships" type="rect" r:blip="">
              <dgm:adjLst/>
            </dgm:shape>
            <dgm:presOf/>
            <dgm:constrLst/>
            <dgm:ruleLst/>
          </dgm:layoutNode>
          <dgm:layoutNode name="lineArrowNode" styleLbl="alignAccFollowNode1">
            <dgm:alg type="sp"/>
            <dgm:shape xmlns:r="http://schemas.openxmlformats.org/officeDocument/2006/relationships" type="chevron" r:blip="">
              <dgm:adjLst>
                <dgm:adj idx="1" val="0.9"/>
              </dgm:adjLst>
            </dgm:shape>
            <dgm:presOf/>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param type="parTxRTLAlign" val="l"/>
              </dgm:alg>
              <dgm:shape xmlns:r="http://schemas.openxmlformats.org/officeDocument/2006/relationships" type="ellipse" r:blip="">
                <dgm:adjLst/>
              </dgm:shape>
              <dgm:constrLst>
                <dgm:constr type="w" refType="h" op="equ"/>
                <dgm:constr type="primFontSz" val="60"/>
                <dgm:constr type="tMarg" refType="w" fact="0.11"/>
                <dgm:constr type="lMarg" refType="w" fact="0.11"/>
                <dgm:constr type="rMarg" refType="w" fact="0.11"/>
                <dgm:constr type="bMarg" refType="w" fact="0.11"/>
              </dgm:constrLst>
              <dgm:ruleLst>
                <dgm:rule type="primFontSz" val="14" fact="NaN" max="NaN"/>
              </dgm:ruleLst>
            </dgm:layoutNode>
            <dgm:layoutNode name="spacerBetweenCircleAndCallout">
              <dgm:varLst/>
              <dgm:presOf/>
              <dgm:alg type="sp"/>
              <dgm:shape xmlns:r="http://schemas.openxmlformats.org/officeDocument/2006/relationships" r:blip="">
                <dgm:adjLst/>
              </dgm:shape>
              <dgm:constrLst/>
              <dgm:ruleLst/>
            </dgm:layoutNode>
          </dgm:forEach>
          <dgm:presOf/>
          <dgm:ruleLst/>
        </dgm:layoutNode>
        <dgm:layoutNode name="nodeText" styleLbl="alignAccFollowNode1">
          <dgm:varLst>
            <dgm:bulletEnabled val="1"/>
          </dgm:varLst>
          <dgm:alg type="tx">
            <dgm:param type="parTxLTRAlign" val="l"/>
            <dgm:param type="parTxRTLAlign" val="r"/>
            <dgm:param type="txAnchorVert" val="t"/>
          </dgm:alg>
          <dgm:shape xmlns:r="http://schemas.openxmlformats.org/officeDocument/2006/relationships" type="upArrowCallout" r:blip="">
            <dgm:adjLst>
              <dgm:adj idx="1" val="0.5"/>
              <dgm:adj idx="2" val="0.2"/>
              <dgm:adj idx="3" val="0.2"/>
              <dgm:adj idx="4" val="1"/>
            </dgm:adjLst>
          </dgm:shape>
          <dgm:presOf axis="desOrSelf" ptType="node"/>
          <dgm:constrLst>
            <dgm:constr type="secFontSz" val="16"/>
            <dgm:constr type="primFontSz" val="26"/>
            <dgm:constr type="h"/>
            <dgm:constr type="tMarg" val="13"/>
            <dgm:constr type="lMarg" refType="w" fact="0.2236"/>
            <dgm:constr type="rMarg" refType="w" fact="0.2236"/>
            <dgm:constr type="bMarg" val="13"/>
          </dgm:constrLst>
          <dgm:ruleLst>
            <dgm:rule type="secFontSz" val="11" fact="NaN" max="NaN"/>
            <dgm:rule type="primFontSz" val="11" fact="NaN" max="NaN"/>
            <dgm:rule type="h" val="INF" fact="NaN" max="NaN"/>
          </dgm:ruleLst>
        </dgm:layoutNode>
      </dgm:layoutNode>
      <dgm:forEach name="sibTransForEach" axis="followSib" ptType="sibTrans" cnt="1">
        <dgm:layoutNode name="sibTransComposite" styleLbl="alignAccFollowNode1">
          <dgm:alg type="sp"/>
          <dgm:shape xmlns:r="http://schemas.openxmlformats.org/officeDocument/2006/relationships" r:blip="">
            <dgm:adjLst/>
          </dgm:shape>
          <dgm:ruleLst/>
        </dgm:layoutNode>
        <dgm:ruleLst>
          <dgm:rule type="h" val="INF" fact="NaN" max="NaN"/>
        </dgm:ruleLst>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3.xml><?xml version="1.0" encoding="utf-8"?>
<dgm:layoutDef xmlns:dgm="http://schemas.openxmlformats.org/drawingml/2006/diagram" xmlns:a="http://schemas.openxmlformats.org/drawingml/2006/main" uniqueId="urn:microsoft.com/office/officeart/2024/layout/NumberedTitleList#1">
  <dgm:title val=""/>
  <dgm:desc val=""/>
  <dgm:catLst>
    <dgm:cat type="list" pri="8150"/>
  </dgm:catLst>
  <dgm:sampData>
    <dgm:dataModel>
      <dgm:ptLst>
        <dgm:pt modelId="0" type="doc"/>
        <dgm:pt modelId="1">
          <dgm:prSet phldr="1"/>
        </dgm:pt>
        <dgm:pt modelId="2">
          <dgm:prSet phldr="1"/>
        </dgm:pt>
        <dgm:pt modelId="3">
          <dgm:prSet phldr="1"/>
        </dgm:pt>
        <dgm:pt modelId="101" type="sibTrans" cxnId="{207FB7CC-ABC4-F14E-AC71-DCB2F0872015}">
          <dgm:prSet phldrT="1"/>
          <dgm:t>
            <a:bodyPr/>
            <a:lstStyle/>
            <a:p>
              <a:r>
                <a:t>1</a:t>
              </a:r>
            </a:p>
          </dgm:t>
        </dgm:pt>
        <dgm:pt modelId="201" type="sibTrans" cxnId="{1150855E-BC6C-8A4A-98C4-8BB1DE682366}">
          <dgm:prSet phldrT="2"/>
          <dgm:t>
            <a:bodyPr/>
            <a:lstStyle/>
            <a:p>
              <a:r>
                <a:t>2</a:t>
              </a:r>
            </a:p>
          </dgm:t>
        </dgm:pt>
        <dgm:pt modelId="301" type="sibTrans" cxnId="{85CC14B3-2BAF-6D45-A34E-3ED40554BF44}">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43" srcId="4" destId="41" srcOrd="0" destOrd="0"/>
      </dgm:cxnLst>
      <dgm:bg/>
      <dgm:whole/>
    </dgm:dataModel>
  </dgm:clrData>
  <dgm:layoutNode name="Name0">
    <dgm:varLst>
      <dgm:dir/>
      <dgm:animLvl val="lvl"/>
      <dgm:resizeHandles val="exact"/>
    </dgm:varLst>
    <dgm:choose name="dirChoose">
      <dgm:if name="dirNorm" func="var" arg="dir" op="equ" val="norm">
        <dgm:alg type="lin">
          <dgm:param type="linDir" val="fromL"/>
          <dgm:param type="nodeVertAlign" val="t"/>
        </dgm:alg>
      </dgm:if>
      <dgm:else name="dirRev">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4"/>
          <dgm:constr type="w" for="ch" forName="sibTransNodeCircle" refType="h" refFor="ch" refForName="sibTransNodeCircle"/>
          <dgm:constr type="ctrX" for="ch" forName="sibTransNodeCircle" refType="w" fact="0.5"/>
          <dgm:constr type="ctrY" for="ch" forName="sibTransNodeCircle" refType="h" fact="0.275"/>
          <dgm:constr type="r" for="ch" forName="nodeText" refType="r" refFor="ch" refForName="bgRect"/>
          <dgm:constr type="h" for="ch" forName="nodeText" refType="h" refFor="ch" refForName="bgRect" fact="0.52"/>
          <dgm:constr type="t" for="ch" forName="nodeText" refType="h" refFor="ch" refForName="bgRect" fact="0.48"/>
        </dgm:constrLst>
        <dgm:ruleLst/>
        <dgm:layoutNode name="bgRect" styleLbl="fgAcc1">
          <dgm:alg type="sp"/>
          <dgm:shape xmlns:r="http://schemas.openxmlformats.org/officeDocument/2006/relationships" type="roundRect" r:blip="">
            <dgm:adjLst>
              <dgm:adj idx="1" val="0.1"/>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15"/>
              <dgm:constr type="rMarg" refType="w" fact="0.15"/>
              <dgm:constr type="bMarg" val="1"/>
            </dgm:constrLst>
            <dgm:ruleLst>
              <dgm:rule type="primFontSz" val="14" fact="NaN" max="NaN"/>
            </dgm:ruleLst>
          </dgm:layoutNode>
        </dgm:forEach>
        <dgm:layoutNode name="nodeText" styleLbl="bgAccFollowNode1" moveWith="bgRect">
          <dgm:varLst>
            <dgm:bulletEnabled val="1"/>
          </dgm:varLst>
          <dgm:alg type="tx">
            <dgm:param type="parTxLTRAlign" val="ctr"/>
            <dgm:param type="parTxRTLAlign" val="r"/>
            <dgm:param type="txAnchorVert" val="mid"/>
          </dgm:alg>
          <dgm:shape xmlns:r="http://schemas.openxmlformats.org/officeDocument/2006/relationships" type="rect" r:blip="" zOrderOff="-1" hideGeom="1">
            <dgm:adjLst/>
          </dgm:shape>
          <dgm:presOf axis="desOrSelf" ptType="node"/>
          <dgm:constrLst>
            <dgm:constr type="primFontSz" val="32"/>
            <dgm:constr type="tMarg" val="26"/>
            <dgm:constr type="lMarg" refType="w" fact="0.15"/>
            <dgm:constr type="rMarg" refType="w" fact="0.15"/>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40063" cy="465138"/>
          </a:xfrm>
          <a:prstGeom prst="rect">
            <a:avLst/>
          </a:prstGeom>
        </p:spPr>
        <p:txBody>
          <a:bodyPr vert="horz" lIns="93287" tIns="46644" rIns="93287" bIns="46644"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975100" y="0"/>
            <a:ext cx="3040063" cy="465138"/>
          </a:xfrm>
          <a:prstGeom prst="rect">
            <a:avLst/>
          </a:prstGeom>
        </p:spPr>
        <p:txBody>
          <a:bodyPr vert="horz" lIns="93287" tIns="46644" rIns="93287" bIns="46644" rtlCol="0"/>
          <a:lstStyle>
            <a:lvl1pPr algn="r" eaLnBrk="1" fontAlgn="auto" hangingPunct="1">
              <a:spcBef>
                <a:spcPts val="0"/>
              </a:spcBef>
              <a:spcAft>
                <a:spcPts val="0"/>
              </a:spcAft>
              <a:defRPr sz="1200">
                <a:latin typeface="+mn-lt"/>
                <a:cs typeface="+mn-cs"/>
              </a:defRPr>
            </a:lvl1pPr>
          </a:lstStyle>
          <a:p>
            <a:pPr>
              <a:defRPr/>
            </a:pPr>
            <a:fld id="{8E5E2759-B7CB-418C-9CD8-EBE413AD5BA6}" type="datetimeFigureOut">
              <a:rPr lang="en-US"/>
              <a:pPr>
                <a:defRPr/>
              </a:pPr>
              <a:t>5/26/2026</a:t>
            </a:fld>
            <a:endParaRPr lang="en-US"/>
          </a:p>
        </p:txBody>
      </p:sp>
      <p:sp>
        <p:nvSpPr>
          <p:cNvPr id="4" name="Slide Image Placeholder 3"/>
          <p:cNvSpPr>
            <a:spLocks noGrp="1" noRot="1" noChangeAspect="1"/>
          </p:cNvSpPr>
          <p:nvPr>
            <p:ph type="sldImg" idx="2"/>
          </p:nvPr>
        </p:nvSpPr>
        <p:spPr>
          <a:xfrm>
            <a:off x="1181100" y="698500"/>
            <a:ext cx="4654550" cy="3490913"/>
          </a:xfrm>
          <a:prstGeom prst="rect">
            <a:avLst/>
          </a:prstGeom>
          <a:noFill/>
          <a:ln w="12700">
            <a:solidFill>
              <a:prstClr val="black"/>
            </a:solidFill>
          </a:ln>
        </p:spPr>
        <p:txBody>
          <a:bodyPr vert="horz" lIns="93287" tIns="46644" rIns="93287" bIns="46644" rtlCol="0" anchor="ctr"/>
          <a:lstStyle/>
          <a:p>
            <a:pPr lvl="0"/>
            <a:endParaRPr lang="en-US" noProof="0"/>
          </a:p>
        </p:txBody>
      </p:sp>
      <p:sp>
        <p:nvSpPr>
          <p:cNvPr id="5" name="Notes Placeholder 4"/>
          <p:cNvSpPr>
            <a:spLocks noGrp="1"/>
          </p:cNvSpPr>
          <p:nvPr>
            <p:ph type="body" sz="quarter" idx="3"/>
          </p:nvPr>
        </p:nvSpPr>
        <p:spPr>
          <a:xfrm>
            <a:off x="701675" y="4421188"/>
            <a:ext cx="5613400" cy="4189412"/>
          </a:xfrm>
          <a:prstGeom prst="rect">
            <a:avLst/>
          </a:prstGeom>
        </p:spPr>
        <p:txBody>
          <a:bodyPr vert="horz" lIns="93287" tIns="46644" rIns="93287" bIns="46644"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842375"/>
            <a:ext cx="3040063" cy="465138"/>
          </a:xfrm>
          <a:prstGeom prst="rect">
            <a:avLst/>
          </a:prstGeom>
        </p:spPr>
        <p:txBody>
          <a:bodyPr vert="horz" lIns="93287" tIns="46644" rIns="93287" bIns="46644"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975100" y="8842375"/>
            <a:ext cx="3040063" cy="465138"/>
          </a:xfrm>
          <a:prstGeom prst="rect">
            <a:avLst/>
          </a:prstGeom>
        </p:spPr>
        <p:txBody>
          <a:bodyPr vert="horz" wrap="square" lIns="93287" tIns="46644" rIns="93287" bIns="46644" numCol="1" anchor="b" anchorCtr="0" compatLnSpc="1">
            <a:prstTxWarp prst="textNoShape">
              <a:avLst/>
            </a:prstTxWarp>
          </a:bodyPr>
          <a:lstStyle>
            <a:lvl1pPr algn="r" eaLnBrk="1" hangingPunct="1">
              <a:defRPr sz="1200">
                <a:latin typeface="Calibri" pitchFamily="34" charset="0"/>
              </a:defRPr>
            </a:lvl1pPr>
          </a:lstStyle>
          <a:p>
            <a:fld id="{38CD88CC-FFD6-43BC-A88E-3A51C578BD56}"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Rot="1" noChangeAspect="1" noTextEdit="1"/>
          </p:cNvSpPr>
          <p:nvPr>
            <p:ph type="sldImg"/>
          </p:nvPr>
        </p:nvSpPr>
        <p:spPr bwMode="auto">
          <a:noFill/>
          <a:ln>
            <a:solidFill>
              <a:srgbClr val="000000"/>
            </a:solidFill>
            <a:miter lim="800000"/>
            <a:headEnd/>
            <a:tailEnd/>
          </a:ln>
        </p:spPr>
      </p:sp>
      <p:sp>
        <p:nvSpPr>
          <p:cNvPr id="5123" name="Rectangle 3"/>
          <p:cNvSpPr>
            <a:spLocks noGrp="1"/>
          </p:cNvSpPr>
          <p:nvPr>
            <p:ph type="body" idx="1"/>
          </p:nvPr>
        </p:nvSpPr>
        <p:spPr bwMode="auto">
          <a:noFill/>
        </p:spPr>
        <p:txBody>
          <a:bodyPr wrap="square" numCol="1" anchor="t" anchorCtr="0" compatLnSpc="1">
            <a:prstTxWarp prst="textNoShape">
              <a:avLst/>
            </a:prstTxWarp>
          </a:bodyPr>
          <a:lstStyle/>
          <a:p>
            <a:r>
              <a:rPr lang="en-SG" sz="1200" b="0" i="0" kern="1200">
                <a:solidFill>
                  <a:schemeClr val="tx1"/>
                </a:solidFill>
                <a:effectLst/>
                <a:latin typeface="+mn-lt"/>
                <a:ea typeface="+mn-ea"/>
                <a:cs typeface="+mn-cs"/>
              </a:rPr>
              <a:t>The primary goal of this lab was not simply to achieve high model accuracy, but to investigate how reliable and trustworthy an AI system remains when exposed to adversarial manipulation.</a:t>
            </a:r>
          </a:p>
          <a:p>
            <a:endParaRPr lang="en-SG" sz="1200" b="0" i="0" kern="1200">
              <a:solidFill>
                <a:schemeClr val="tx1"/>
              </a:solidFill>
              <a:effectLst/>
              <a:latin typeface="+mn-lt"/>
              <a:ea typeface="+mn-ea"/>
              <a:cs typeface="+mn-cs"/>
            </a:endParaRPr>
          </a:p>
          <a:p>
            <a:r>
              <a:rPr lang="en-SG" sz="1200" b="0" i="0" kern="1200">
                <a:solidFill>
                  <a:schemeClr val="tx1"/>
                </a:solidFill>
                <a:effectLst/>
                <a:latin typeface="+mn-lt"/>
                <a:ea typeface="+mn-ea"/>
                <a:cs typeface="+mn-cs"/>
              </a:rPr>
              <a:t>In this experiment, we trained and evaluated a ResNet-18 image classifier using the CIFAR-10 dataset, and then generated adversarial examples using the Fast Gradient Sign Method, or FGSM.</a:t>
            </a:r>
          </a:p>
          <a:p>
            <a:r>
              <a:rPr lang="en-SG" sz="1200" b="0" i="0" kern="1200">
                <a:solidFill>
                  <a:schemeClr val="tx1"/>
                </a:solidFill>
                <a:effectLst/>
                <a:latin typeface="+mn-lt"/>
                <a:ea typeface="+mn-ea"/>
                <a:cs typeface="+mn-cs"/>
              </a:rPr>
              <a:t>This lab demonstrates an important lesson in Trustworthy AI: a model that performs well under normal conditions may still be highly vulnerable to carefully crafted perturbations.</a:t>
            </a:r>
          </a:p>
          <a:p>
            <a:r>
              <a:rPr lang="en-SG" sz="1200" b="0" i="0" kern="1200">
                <a:solidFill>
                  <a:schemeClr val="tx1"/>
                </a:solidFill>
                <a:effectLst/>
                <a:latin typeface="+mn-lt"/>
                <a:ea typeface="+mn-ea"/>
                <a:cs typeface="+mn-cs"/>
              </a:rPr>
              <a:t>We will walk through our experimental setup, attack methodology, robustness evaluation, and finally discuss the broader security, ethical, and governance implications of adversarial machine learning.”</a:t>
            </a:r>
          </a:p>
          <a:p>
            <a:pPr eaLnBrk="1" hangingPunct="1"/>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a:solidFill>
                  <a:schemeClr val="tx1"/>
                </a:solidFill>
                <a:effectLst/>
                <a:latin typeface="+mn-lt"/>
                <a:ea typeface="+mn-ea"/>
                <a:cs typeface="+mn-cs"/>
              </a:rPr>
              <a:t>The primary goal of this lab was not simply to achieve high model accuracy, but to investigate how reliable and trustworthy an AI system remains when exposed to adversarial manipulation.</a:t>
            </a:r>
          </a:p>
          <a:p>
            <a:endParaRPr lang="en-SG" sz="1200" b="0" i="0" kern="1200">
              <a:solidFill>
                <a:schemeClr val="tx1"/>
              </a:solidFill>
              <a:effectLst/>
              <a:latin typeface="+mn-lt"/>
              <a:ea typeface="+mn-ea"/>
              <a:cs typeface="+mn-cs"/>
            </a:endParaRPr>
          </a:p>
          <a:p>
            <a:r>
              <a:rPr lang="en-SG" sz="1200" b="0" i="0" kern="1200">
                <a:solidFill>
                  <a:schemeClr val="tx1"/>
                </a:solidFill>
                <a:effectLst/>
                <a:latin typeface="+mn-lt"/>
                <a:ea typeface="+mn-ea"/>
                <a:cs typeface="+mn-cs"/>
              </a:rPr>
              <a:t>In this experiment, we trained and evaluated a ResNet-18 image classifier using the CIFAR-10 dataset, and then generated adversarial examples using the Fast Gradient Sign Method, or FGSM to evaluate how a fine-tuned ResNet-18 on CIFAR‑10 fails under FGSM attacks and whether model confidence is a usable safety signal.</a:t>
            </a:r>
          </a:p>
          <a:p>
            <a:endParaRPr lang="en-SG" sz="1200" b="0" i="0" kern="1200">
              <a:solidFill>
                <a:schemeClr val="tx1"/>
              </a:solidFill>
              <a:effectLst/>
              <a:latin typeface="+mn-lt"/>
              <a:ea typeface="+mn-ea"/>
              <a:cs typeface="+mn-cs"/>
            </a:endParaRPr>
          </a:p>
          <a:p>
            <a:r>
              <a:rPr lang="en-SG" sz="1200" b="0" i="0" kern="1200">
                <a:solidFill>
                  <a:schemeClr val="tx1"/>
                </a:solidFill>
                <a:effectLst/>
                <a:latin typeface="+mn-lt"/>
                <a:ea typeface="+mn-ea"/>
                <a:cs typeface="+mn-cs"/>
              </a:rPr>
              <a:t>This lab demonstrates an important lesson in Trustworthy AI: a model that performs well under normal conditions may still be highly vulnerable to carefully crafted perturbations.</a:t>
            </a:r>
          </a:p>
          <a:p>
            <a:endParaRPr lang="en-SG" sz="1200" b="0" i="0" kern="1200">
              <a:solidFill>
                <a:schemeClr val="tx1"/>
              </a:solidFill>
              <a:effectLst/>
              <a:latin typeface="+mn-lt"/>
              <a:ea typeface="+mn-ea"/>
              <a:cs typeface="+mn-cs"/>
            </a:endParaRPr>
          </a:p>
          <a:p>
            <a:r>
              <a:rPr lang="en-SG" sz="1200" b="0" i="0" kern="1200">
                <a:solidFill>
                  <a:schemeClr val="tx1"/>
                </a:solidFill>
                <a:effectLst/>
                <a:latin typeface="+mn-lt"/>
                <a:ea typeface="+mn-ea"/>
                <a:cs typeface="+mn-cs"/>
              </a:rPr>
              <a:t>We will walk through our experimental setup, attack methodology, robustness evaluation, and finally discuss the broader security, ethical, and governance implications of adversarial machine learning.</a:t>
            </a:r>
          </a:p>
          <a:p>
            <a:endParaRPr lang="en-US"/>
          </a:p>
        </p:txBody>
      </p:sp>
      <p:sp>
        <p:nvSpPr>
          <p:cNvPr id="4" name="Slide Number Placeholder 3"/>
          <p:cNvSpPr>
            <a:spLocks noGrp="1"/>
          </p:cNvSpPr>
          <p:nvPr>
            <p:ph type="sldNum" sz="quarter" idx="5"/>
          </p:nvPr>
        </p:nvSpPr>
        <p:spPr/>
        <p:txBody>
          <a:bodyPr/>
          <a:lstStyle/>
          <a:p>
            <a:fld id="{38CD88CC-FFD6-43BC-A88E-3A51C578BD56}" type="slidenum">
              <a:rPr lang="en-US" altLang="en-US" smtClean="0"/>
              <a:pPr/>
              <a:t>3</a:t>
            </a:fld>
            <a:endParaRPr lang="en-US" altLang="en-US"/>
          </a:p>
        </p:txBody>
      </p:sp>
    </p:spTree>
    <p:extLst>
      <p:ext uri="{BB962C8B-B14F-4D97-AF65-F5344CB8AC3E}">
        <p14:creationId xmlns:p14="http://schemas.microsoft.com/office/powerpoint/2010/main" val="469656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46D452-CEF2-88AE-A504-287BBD1BA4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66DF28-28D1-8789-DE01-5CFA1AFC66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CC57DD-D3A2-A38F-04E4-B8004EDB6CA4}"/>
              </a:ext>
            </a:extLst>
          </p:cNvPr>
          <p:cNvSpPr>
            <a:spLocks noGrp="1"/>
          </p:cNvSpPr>
          <p:nvPr>
            <p:ph type="body" idx="1"/>
          </p:nvPr>
        </p:nvSpPr>
        <p:spPr/>
        <p:txBody>
          <a:bodyPr/>
          <a:lstStyle/>
          <a:p>
            <a:r>
              <a:rPr lang="en-US"/>
              <a:t>Training converged rapidly due to transfer learning from ImageNet-pretrained weights. The model achieved 98.4% training accuracy and 94.14% clean test accuracy, indicating strong baseline feature learning prior to adversarial evaluation.</a:t>
            </a:r>
          </a:p>
        </p:txBody>
      </p:sp>
      <p:sp>
        <p:nvSpPr>
          <p:cNvPr id="4" name="Slide Number Placeholder 3">
            <a:extLst>
              <a:ext uri="{FF2B5EF4-FFF2-40B4-BE49-F238E27FC236}">
                <a16:creationId xmlns:a16="http://schemas.microsoft.com/office/drawing/2014/main" id="{518082D3-A224-9924-58FC-29C314E70DCA}"/>
              </a:ext>
            </a:extLst>
          </p:cNvPr>
          <p:cNvSpPr>
            <a:spLocks noGrp="1"/>
          </p:cNvSpPr>
          <p:nvPr>
            <p:ph type="sldNum" sz="quarter" idx="5"/>
          </p:nvPr>
        </p:nvSpPr>
        <p:spPr/>
        <p:txBody>
          <a:bodyPr/>
          <a:lstStyle/>
          <a:p>
            <a:fld id="{38CD88CC-FFD6-43BC-A88E-3A51C578BD56}" type="slidenum">
              <a:rPr lang="en-US" altLang="en-US" smtClean="0"/>
              <a:pPr/>
              <a:t>5</a:t>
            </a:fld>
            <a:endParaRPr lang="en-US" altLang="en-US"/>
          </a:p>
        </p:txBody>
      </p:sp>
    </p:spTree>
    <p:extLst>
      <p:ext uri="{BB962C8B-B14F-4D97-AF65-F5344CB8AC3E}">
        <p14:creationId xmlns:p14="http://schemas.microsoft.com/office/powerpoint/2010/main" val="451024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a:solidFill>
                  <a:schemeClr val="tx1"/>
                </a:solidFill>
                <a:effectLst/>
                <a:latin typeface="+mn-lt"/>
                <a:ea typeface="+mn-ea"/>
                <a:cs typeface="+mn-cs"/>
              </a:rPr>
              <a:t>For the model architecture, we used a pretrained ResNet-18 convolutional neural network.  Instead of training from scratch, we applied transfer learning by modifying the final fully connected classification layer to support the 10 CIFAR-10 classes.</a:t>
            </a:r>
          </a:p>
          <a:p>
            <a:endParaRPr lang="en-SG" sz="1200" b="0" i="0" kern="1200">
              <a:solidFill>
                <a:schemeClr val="tx1"/>
              </a:solidFill>
              <a:effectLst/>
              <a:latin typeface="+mn-lt"/>
              <a:ea typeface="+mn-ea"/>
              <a:cs typeface="+mn-cs"/>
            </a:endParaRPr>
          </a:p>
          <a:p>
            <a:r>
              <a:rPr lang="en-SG" sz="1200" b="0" i="0" kern="1200">
                <a:solidFill>
                  <a:schemeClr val="tx1"/>
                </a:solidFill>
                <a:effectLst/>
                <a:latin typeface="+mn-lt"/>
                <a:ea typeface="+mn-ea"/>
                <a:cs typeface="+mn-cs"/>
              </a:rPr>
              <a:t>Transfer learning is beneficial because pretrained models already contain strong low-level feature extraction capabilities learned from large datasets.  This reduces training time and computational cost while still achieving good performance.</a:t>
            </a:r>
          </a:p>
          <a:p>
            <a:endParaRPr lang="en-SG" sz="1200" b="0" i="0" kern="1200">
              <a:solidFill>
                <a:schemeClr val="tx1"/>
              </a:solidFill>
              <a:effectLst/>
              <a:latin typeface="+mn-lt"/>
              <a:ea typeface="+mn-ea"/>
              <a:cs typeface="+mn-cs"/>
            </a:endParaRPr>
          </a:p>
          <a:p>
            <a:r>
              <a:rPr lang="en-SG" sz="1200" b="0" i="0" kern="1200">
                <a:solidFill>
                  <a:schemeClr val="tx1"/>
                </a:solidFill>
                <a:effectLst/>
                <a:latin typeface="+mn-lt"/>
                <a:ea typeface="+mn-ea"/>
                <a:cs typeface="+mn-cs"/>
              </a:rPr>
              <a:t>The model was trained using </a:t>
            </a:r>
            <a:r>
              <a:rPr lang="en-SG" sz="1200" b="0" i="0" kern="1200" err="1">
                <a:solidFill>
                  <a:schemeClr val="tx1"/>
                </a:solidFill>
                <a:effectLst/>
                <a:latin typeface="+mn-lt"/>
                <a:ea typeface="+mn-ea"/>
                <a:cs typeface="+mn-cs"/>
              </a:rPr>
              <a:t>CrossEntropyLoss</a:t>
            </a:r>
            <a:r>
              <a:rPr lang="en-SG" sz="1200" b="0" i="0" kern="1200">
                <a:solidFill>
                  <a:schemeClr val="tx1"/>
                </a:solidFill>
                <a:effectLst/>
                <a:latin typeface="+mn-lt"/>
                <a:ea typeface="+mn-ea"/>
                <a:cs typeface="+mn-cs"/>
              </a:rPr>
              <a:t> as the loss function and the Adam optimizer for parameter updates.</a:t>
            </a:r>
          </a:p>
          <a:p>
            <a:endParaRPr lang="en-SG" sz="1200" b="0" i="0" kern="1200">
              <a:solidFill>
                <a:schemeClr val="tx1"/>
              </a:solidFill>
              <a:effectLst/>
              <a:latin typeface="+mn-lt"/>
              <a:ea typeface="+mn-ea"/>
              <a:cs typeface="+mn-cs"/>
            </a:endParaRPr>
          </a:p>
          <a:p>
            <a:r>
              <a:rPr lang="en-SG" sz="1200" b="0" i="0" kern="1200">
                <a:solidFill>
                  <a:schemeClr val="tx1"/>
                </a:solidFill>
                <a:effectLst/>
                <a:latin typeface="+mn-lt"/>
                <a:ea typeface="+mn-ea"/>
                <a:cs typeface="+mn-cs"/>
              </a:rPr>
              <a:t>The overall training workflow follows the standard deep learning pipeline:</a:t>
            </a:r>
          </a:p>
          <a:p>
            <a:r>
              <a:rPr lang="en-SG" sz="1200" b="0" i="0" kern="1200">
                <a:solidFill>
                  <a:schemeClr val="tx1"/>
                </a:solidFill>
                <a:effectLst/>
                <a:latin typeface="+mn-lt"/>
                <a:ea typeface="+mn-ea"/>
                <a:cs typeface="+mn-cs"/>
              </a:rPr>
              <a:t>prediction → loss calculation → gradient computation → weight update.</a:t>
            </a:r>
          </a:p>
          <a:p>
            <a:endParaRPr lang="en-SG" sz="1200" b="0" i="0" kern="1200">
              <a:solidFill>
                <a:schemeClr val="tx1"/>
              </a:solidFill>
              <a:effectLst/>
              <a:latin typeface="+mn-lt"/>
              <a:ea typeface="+mn-ea"/>
              <a:cs typeface="+mn-cs"/>
            </a:endParaRPr>
          </a:p>
          <a:p>
            <a:r>
              <a:rPr lang="en-SG" sz="1200" b="0" i="0" kern="1200">
                <a:solidFill>
                  <a:schemeClr val="tx1"/>
                </a:solidFill>
                <a:effectLst/>
                <a:latin typeface="+mn-lt"/>
                <a:ea typeface="+mn-ea"/>
                <a:cs typeface="+mn-cs"/>
              </a:rPr>
              <a:t>This stage establishes the clean baseline performance before introducing adversarial attacks.</a:t>
            </a:r>
          </a:p>
        </p:txBody>
      </p:sp>
      <p:sp>
        <p:nvSpPr>
          <p:cNvPr id="4" name="Slide Number Placeholder 3"/>
          <p:cNvSpPr>
            <a:spLocks noGrp="1"/>
          </p:cNvSpPr>
          <p:nvPr>
            <p:ph type="sldNum" sz="quarter" idx="5"/>
          </p:nvPr>
        </p:nvSpPr>
        <p:spPr/>
        <p:txBody>
          <a:bodyPr/>
          <a:lstStyle/>
          <a:p>
            <a:fld id="{38CD88CC-FFD6-43BC-A88E-3A51C578BD56}" type="slidenum">
              <a:rPr lang="en-US" altLang="en-US" smtClean="0"/>
              <a:pPr/>
              <a:t>8</a:t>
            </a:fld>
            <a:endParaRPr lang="en-US" altLang="en-US"/>
          </a:p>
        </p:txBody>
      </p:sp>
    </p:spTree>
    <p:extLst>
      <p:ext uri="{BB962C8B-B14F-4D97-AF65-F5344CB8AC3E}">
        <p14:creationId xmlns:p14="http://schemas.microsoft.com/office/powerpoint/2010/main" val="41262154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FGSM computes the gradient of the loss function with respect to the input image and perturbs the image in the direction that maximally increases prediction error.</a:t>
            </a:r>
          </a:p>
          <a:p>
            <a:endParaRPr lang="en-SG"/>
          </a:p>
          <a:p>
            <a:r>
              <a:rPr lang="en-SG"/>
              <a:t>The epsilon sweep was designed to evaluate robustness across multiple attack strengths rather than relying on a single adversarial setting. Small epsilon values produce nearly imperceptible perturbations, while larger epsilon values increasingly distort the input distribution.</a:t>
            </a:r>
            <a:br>
              <a:rPr lang="en-SG"/>
            </a:br>
            <a:endParaRPr lang="en-SG"/>
          </a:p>
          <a:p>
            <a:r>
              <a:rPr lang="en-SG"/>
              <a:t>This experiment demonstrates that even visually negligible perturbations can significantly degrade neural network performance, revealing the fragility of learned decision boundaries.</a:t>
            </a:r>
          </a:p>
        </p:txBody>
      </p:sp>
      <p:sp>
        <p:nvSpPr>
          <p:cNvPr id="4" name="Slide Number Placeholder 3"/>
          <p:cNvSpPr>
            <a:spLocks noGrp="1"/>
          </p:cNvSpPr>
          <p:nvPr>
            <p:ph type="sldNum" sz="quarter" idx="5"/>
          </p:nvPr>
        </p:nvSpPr>
        <p:spPr/>
        <p:txBody>
          <a:bodyPr/>
          <a:lstStyle/>
          <a:p>
            <a:fld id="{38CD88CC-FFD6-43BC-A88E-3A51C578BD56}" type="slidenum">
              <a:rPr lang="en-US" altLang="en-US" smtClean="0"/>
              <a:pPr/>
              <a:t>9</a:t>
            </a:fld>
            <a:endParaRPr lang="en-US" altLang="en-US"/>
          </a:p>
        </p:txBody>
      </p:sp>
    </p:spTree>
    <p:extLst>
      <p:ext uri="{BB962C8B-B14F-4D97-AF65-F5344CB8AC3E}">
        <p14:creationId xmlns:p14="http://schemas.microsoft.com/office/powerpoint/2010/main" val="35155258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EE2C8A-08CF-6E0A-36C0-5B78DEE06C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747359-9D2A-3E10-9C1E-D37D2EAA3E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FDD665-7554-A675-C213-792014FACC7E}"/>
              </a:ext>
            </a:extLst>
          </p:cNvPr>
          <p:cNvSpPr>
            <a:spLocks noGrp="1"/>
          </p:cNvSpPr>
          <p:nvPr>
            <p:ph type="body" idx="1"/>
          </p:nvPr>
        </p:nvSpPr>
        <p:spPr/>
        <p:txBody>
          <a:bodyPr/>
          <a:lstStyle/>
          <a:p>
            <a:r>
              <a:rPr lang="en-SG" sz="1200" b="0" i="0" kern="1200">
                <a:solidFill>
                  <a:schemeClr val="tx1"/>
                </a:solidFill>
                <a:effectLst/>
                <a:latin typeface="+mn-lt"/>
                <a:ea typeface="+mn-ea"/>
                <a:cs typeface="+mn-cs"/>
              </a:rPr>
              <a:t>For the model architecture, we used a pretrained ResNet-18 convolutional neural network.  Instead of training from scratch, we applied transfer learning by modifying the final fully connected classification layer to support the 10 CIFAR-10 classes.</a:t>
            </a:r>
          </a:p>
          <a:p>
            <a:endParaRPr lang="en-SG" sz="1200" b="0" i="0" kern="1200">
              <a:solidFill>
                <a:schemeClr val="tx1"/>
              </a:solidFill>
              <a:effectLst/>
              <a:latin typeface="+mn-lt"/>
              <a:ea typeface="+mn-ea"/>
              <a:cs typeface="+mn-cs"/>
            </a:endParaRPr>
          </a:p>
          <a:p>
            <a:r>
              <a:rPr lang="en-SG" sz="1200" b="0" i="0" kern="1200">
                <a:solidFill>
                  <a:schemeClr val="tx1"/>
                </a:solidFill>
                <a:effectLst/>
                <a:latin typeface="+mn-lt"/>
                <a:ea typeface="+mn-ea"/>
                <a:cs typeface="+mn-cs"/>
              </a:rPr>
              <a:t>Transfer learning is beneficial because pretrained models already contain strong low-level feature extraction capabilities learned from large datasets.  This reduces training time and computational cost while still achieving good performance.</a:t>
            </a:r>
          </a:p>
          <a:p>
            <a:endParaRPr lang="en-SG" sz="1200" b="0" i="0" kern="1200">
              <a:solidFill>
                <a:schemeClr val="tx1"/>
              </a:solidFill>
              <a:effectLst/>
              <a:latin typeface="+mn-lt"/>
              <a:ea typeface="+mn-ea"/>
              <a:cs typeface="+mn-cs"/>
            </a:endParaRPr>
          </a:p>
          <a:p>
            <a:r>
              <a:rPr lang="en-SG" sz="1200" b="0" i="0" kern="1200">
                <a:solidFill>
                  <a:schemeClr val="tx1"/>
                </a:solidFill>
                <a:effectLst/>
                <a:latin typeface="+mn-lt"/>
                <a:ea typeface="+mn-ea"/>
                <a:cs typeface="+mn-cs"/>
              </a:rPr>
              <a:t>The model was trained using </a:t>
            </a:r>
            <a:r>
              <a:rPr lang="en-SG" sz="1200" b="0" i="0" kern="1200" err="1">
                <a:solidFill>
                  <a:schemeClr val="tx1"/>
                </a:solidFill>
                <a:effectLst/>
                <a:latin typeface="+mn-lt"/>
                <a:ea typeface="+mn-ea"/>
                <a:cs typeface="+mn-cs"/>
              </a:rPr>
              <a:t>CrossEntropyLoss</a:t>
            </a:r>
            <a:r>
              <a:rPr lang="en-SG" sz="1200" b="0" i="0" kern="1200">
                <a:solidFill>
                  <a:schemeClr val="tx1"/>
                </a:solidFill>
                <a:effectLst/>
                <a:latin typeface="+mn-lt"/>
                <a:ea typeface="+mn-ea"/>
                <a:cs typeface="+mn-cs"/>
              </a:rPr>
              <a:t> as the loss function and the Adam optimizer for parameter updates.</a:t>
            </a:r>
          </a:p>
          <a:p>
            <a:endParaRPr lang="en-SG" sz="1200" b="0" i="0" kern="1200">
              <a:solidFill>
                <a:schemeClr val="tx1"/>
              </a:solidFill>
              <a:effectLst/>
              <a:latin typeface="+mn-lt"/>
              <a:ea typeface="+mn-ea"/>
              <a:cs typeface="+mn-cs"/>
            </a:endParaRPr>
          </a:p>
          <a:p>
            <a:r>
              <a:rPr lang="en-SG" sz="1200" b="0" i="0" kern="1200">
                <a:solidFill>
                  <a:schemeClr val="tx1"/>
                </a:solidFill>
                <a:effectLst/>
                <a:latin typeface="+mn-lt"/>
                <a:ea typeface="+mn-ea"/>
                <a:cs typeface="+mn-cs"/>
              </a:rPr>
              <a:t>The overall training workflow follows the standard deep learning pipeline:</a:t>
            </a:r>
          </a:p>
          <a:p>
            <a:r>
              <a:rPr lang="en-SG" sz="1200" b="0" i="0" kern="1200">
                <a:solidFill>
                  <a:schemeClr val="tx1"/>
                </a:solidFill>
                <a:effectLst/>
                <a:latin typeface="+mn-lt"/>
                <a:ea typeface="+mn-ea"/>
                <a:cs typeface="+mn-cs"/>
              </a:rPr>
              <a:t>prediction → loss calculation → gradient computation → weight update.</a:t>
            </a:r>
          </a:p>
          <a:p>
            <a:endParaRPr lang="en-SG" sz="1200" b="0" i="0" kern="1200">
              <a:solidFill>
                <a:schemeClr val="tx1"/>
              </a:solidFill>
              <a:effectLst/>
              <a:latin typeface="+mn-lt"/>
              <a:ea typeface="+mn-ea"/>
              <a:cs typeface="+mn-cs"/>
            </a:endParaRPr>
          </a:p>
          <a:p>
            <a:r>
              <a:rPr lang="en-SG" sz="1200" b="0" i="0" kern="1200">
                <a:solidFill>
                  <a:schemeClr val="tx1"/>
                </a:solidFill>
                <a:effectLst/>
                <a:latin typeface="+mn-lt"/>
                <a:ea typeface="+mn-ea"/>
                <a:cs typeface="+mn-cs"/>
              </a:rPr>
              <a:t>This stage establishes the clean baseline performance before introducing adversarial attacks.”</a:t>
            </a:r>
          </a:p>
          <a:p>
            <a:endParaRPr lang="en-US"/>
          </a:p>
        </p:txBody>
      </p:sp>
      <p:sp>
        <p:nvSpPr>
          <p:cNvPr id="4" name="Slide Number Placeholder 3">
            <a:extLst>
              <a:ext uri="{FF2B5EF4-FFF2-40B4-BE49-F238E27FC236}">
                <a16:creationId xmlns:a16="http://schemas.microsoft.com/office/drawing/2014/main" id="{C437BFE5-EECA-6249-171B-C8EE1A326DB7}"/>
              </a:ext>
            </a:extLst>
          </p:cNvPr>
          <p:cNvSpPr>
            <a:spLocks noGrp="1"/>
          </p:cNvSpPr>
          <p:nvPr>
            <p:ph type="sldNum" sz="quarter" idx="5"/>
          </p:nvPr>
        </p:nvSpPr>
        <p:spPr/>
        <p:txBody>
          <a:bodyPr/>
          <a:lstStyle/>
          <a:p>
            <a:fld id="{38CD88CC-FFD6-43BC-A88E-3A51C578BD56}" type="slidenum">
              <a:rPr lang="en-US" altLang="en-US" smtClean="0"/>
              <a:pPr/>
              <a:t>11</a:t>
            </a:fld>
            <a:endParaRPr lang="en-US" altLang="en-US"/>
          </a:p>
        </p:txBody>
      </p:sp>
    </p:spTree>
    <p:extLst>
      <p:ext uri="{BB962C8B-B14F-4D97-AF65-F5344CB8AC3E}">
        <p14:creationId xmlns:p14="http://schemas.microsoft.com/office/powerpoint/2010/main" val="12943402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a:solidFill>
                  <a:schemeClr val="tx1"/>
                </a:solidFill>
                <a:effectLst/>
                <a:latin typeface="+mn-lt"/>
                <a:ea typeface="+mn-ea"/>
                <a:cs typeface="+mn-cs"/>
              </a:rPr>
              <a:t>Before performing adversarial attacks, we first evaluated the model using clean, unmodified test images.  This provides the baseline classification accuracy of the model under normal operating conditions.  As shown in the results, the model achieved relatively high clean accuracy, indicating that it learned meaningful visual patterns from the dataset.</a:t>
            </a:r>
          </a:p>
          <a:p>
            <a:endParaRPr lang="en-SG" sz="1200" b="0" i="0" kern="1200">
              <a:solidFill>
                <a:schemeClr val="tx1"/>
              </a:solidFill>
              <a:effectLst/>
              <a:latin typeface="+mn-lt"/>
              <a:ea typeface="+mn-ea"/>
              <a:cs typeface="+mn-cs"/>
            </a:endParaRPr>
          </a:p>
          <a:p>
            <a:r>
              <a:rPr lang="en-SG" sz="1200" b="0" i="0" kern="1200">
                <a:solidFill>
                  <a:schemeClr val="tx1"/>
                </a:solidFill>
                <a:effectLst/>
                <a:latin typeface="+mn-lt"/>
                <a:ea typeface="+mn-ea"/>
                <a:cs typeface="+mn-cs"/>
              </a:rPr>
              <a:t>However, one of the major lessons in Trustworthy AI is that high clean accuracy alone does not guarantee robustness or reliability.</a:t>
            </a:r>
          </a:p>
          <a:p>
            <a:r>
              <a:rPr lang="en-SG" sz="1200" b="0" i="0" kern="1200">
                <a:solidFill>
                  <a:schemeClr val="tx1"/>
                </a:solidFill>
                <a:effectLst/>
                <a:latin typeface="+mn-lt"/>
                <a:ea typeface="+mn-ea"/>
                <a:cs typeface="+mn-cs"/>
              </a:rPr>
              <a:t>A model may perform extremely well under normal conditions but still fail catastrophically when exposed to adversarial perturbations.</a:t>
            </a:r>
          </a:p>
          <a:p>
            <a:r>
              <a:rPr lang="en-SG" sz="1200" b="0" i="0" kern="1200">
                <a:solidFill>
                  <a:schemeClr val="tx1"/>
                </a:solidFill>
                <a:effectLst/>
                <a:latin typeface="+mn-lt"/>
                <a:ea typeface="+mn-ea"/>
                <a:cs typeface="+mn-cs"/>
              </a:rPr>
              <a:t>This motivates the need for adversarial robustness testing beyond conventional accuracy metrics and</a:t>
            </a:r>
            <a:r>
              <a:rPr lang="en-US"/>
              <a:t> illustrates a common limitation of benchmark-driven evaluation, i.e. high clean accuracy can mask severe robustness vulnerabilities under adversarial conditions.</a:t>
            </a:r>
          </a:p>
        </p:txBody>
      </p:sp>
      <p:sp>
        <p:nvSpPr>
          <p:cNvPr id="4" name="Slide Number Placeholder 3"/>
          <p:cNvSpPr>
            <a:spLocks noGrp="1"/>
          </p:cNvSpPr>
          <p:nvPr>
            <p:ph type="sldNum" sz="quarter" idx="5"/>
          </p:nvPr>
        </p:nvSpPr>
        <p:spPr/>
        <p:txBody>
          <a:bodyPr/>
          <a:lstStyle/>
          <a:p>
            <a:fld id="{38CD88CC-FFD6-43BC-A88E-3A51C578BD56}" type="slidenum">
              <a:rPr lang="en-US" altLang="en-US" smtClean="0"/>
              <a:pPr/>
              <a:t>12</a:t>
            </a:fld>
            <a:endParaRPr lang="en-US" altLang="en-US"/>
          </a:p>
        </p:txBody>
      </p:sp>
    </p:spTree>
    <p:extLst>
      <p:ext uri="{BB962C8B-B14F-4D97-AF65-F5344CB8AC3E}">
        <p14:creationId xmlns:p14="http://schemas.microsoft.com/office/powerpoint/2010/main" val="7968946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22CB6-E400-8441-D27F-067490D228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8338DD-3DDA-4981-5C20-FFA8631CA8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7EF105-DA92-C4CD-A482-78604CC6A6AD}"/>
              </a:ext>
            </a:extLst>
          </p:cNvPr>
          <p:cNvSpPr>
            <a:spLocks noGrp="1"/>
          </p:cNvSpPr>
          <p:nvPr>
            <p:ph type="body" idx="1"/>
          </p:nvPr>
        </p:nvSpPr>
        <p:spPr/>
        <p:txBody>
          <a:bodyPr/>
          <a:lstStyle/>
          <a:p>
            <a:r>
              <a:rPr lang="en-SG" sz="1200" b="1" kern="1200">
                <a:solidFill>
                  <a:schemeClr val="tx1"/>
                </a:solidFill>
                <a:effectLst/>
                <a:latin typeface="+mn-lt"/>
                <a:ea typeface="+mn-ea"/>
                <a:cs typeface="+mn-cs"/>
              </a:rPr>
              <a:t>Methodological Design</a:t>
            </a:r>
            <a:r>
              <a:rPr lang="en-SG" sz="1200" b="0" kern="1200">
                <a:solidFill>
                  <a:schemeClr val="tx1"/>
                </a:solidFill>
                <a:effectLst/>
                <a:latin typeface="+mn-lt"/>
                <a:ea typeface="+mn-ea"/>
                <a:cs typeface="+mn-cs"/>
              </a:rPr>
              <a:t>:</a:t>
            </a:r>
          </a:p>
          <a:p>
            <a:r>
              <a:rPr lang="en-SG" sz="1200" b="0" kern="1200">
                <a:solidFill>
                  <a:schemeClr val="tx1"/>
                </a:solidFill>
                <a:effectLst/>
                <a:latin typeface="+mn-lt"/>
                <a:ea typeface="+mn-ea"/>
                <a:cs typeface="+mn-cs"/>
              </a:rPr>
              <a:t>1. Same test set across all epsilons for direct comparability</a:t>
            </a:r>
          </a:p>
          <a:p>
            <a:r>
              <a:rPr lang="en-SG" sz="1200" b="0" kern="1200">
                <a:solidFill>
                  <a:schemeClr val="tx1"/>
                </a:solidFill>
                <a:effectLst/>
                <a:latin typeface="+mn-lt"/>
                <a:ea typeface="+mn-ea"/>
                <a:cs typeface="+mn-cs"/>
              </a:rPr>
              <a:t>2. Same model, same seed for reproducibility</a:t>
            </a:r>
          </a:p>
          <a:p>
            <a:r>
              <a:rPr lang="en-SG" sz="1200" b="0" kern="1200">
                <a:solidFill>
                  <a:schemeClr val="tx1"/>
                </a:solidFill>
                <a:effectLst/>
                <a:latin typeface="+mn-lt"/>
                <a:ea typeface="+mn-ea"/>
                <a:cs typeface="+mn-cs"/>
              </a:rPr>
              <a:t>3. Per-epsilon checkpointing for partial results to be saved to disk after each </a:t>
            </a:r>
            <a:r>
              <a:rPr lang="en-SG" sz="1200" b="0" kern="1200" err="1">
                <a:solidFill>
                  <a:schemeClr val="tx1"/>
                </a:solidFill>
                <a:effectLst/>
                <a:latin typeface="+mn-lt"/>
                <a:ea typeface="+mn-ea"/>
                <a:cs typeface="+mn-cs"/>
              </a:rPr>
              <a:t>ε</a:t>
            </a:r>
            <a:endParaRPr lang="en-SG" sz="1200" b="0" kern="1200">
              <a:solidFill>
                <a:schemeClr val="tx1"/>
              </a:solidFill>
              <a:effectLst/>
              <a:latin typeface="+mn-lt"/>
              <a:ea typeface="+mn-ea"/>
              <a:cs typeface="+mn-cs"/>
            </a:endParaRPr>
          </a:p>
          <a:p>
            <a:r>
              <a:rPr lang="en-SG" sz="1200" b="0" kern="1200">
                <a:solidFill>
                  <a:schemeClr val="tx1"/>
                </a:solidFill>
                <a:effectLst/>
                <a:latin typeface="+mn-lt"/>
                <a:ea typeface="+mn-ea"/>
                <a:cs typeface="+mn-cs"/>
              </a:rPr>
              <a:t>4. Resume-capable so that interrupted sweeps can continue from last completed </a:t>
            </a:r>
            <a:r>
              <a:rPr lang="en-SG" sz="1200" b="0" kern="1200" err="1">
                <a:solidFill>
                  <a:schemeClr val="tx1"/>
                </a:solidFill>
                <a:effectLst/>
                <a:latin typeface="+mn-lt"/>
                <a:ea typeface="+mn-ea"/>
                <a:cs typeface="+mn-cs"/>
              </a:rPr>
              <a:t>ε</a:t>
            </a:r>
            <a:endParaRPr lang="en-SG" sz="1200" b="0" kern="1200">
              <a:solidFill>
                <a:schemeClr val="tx1"/>
              </a:solidFill>
              <a:effectLst/>
              <a:latin typeface="+mn-lt"/>
              <a:ea typeface="+mn-ea"/>
              <a:cs typeface="+mn-cs"/>
            </a:endParaRPr>
          </a:p>
          <a:p>
            <a:r>
              <a:rPr lang="en-SG" sz="1200" b="0" kern="1200">
                <a:solidFill>
                  <a:schemeClr val="tx1"/>
                </a:solidFill>
                <a:effectLst/>
                <a:latin typeface="+mn-lt"/>
                <a:ea typeface="+mn-ea"/>
                <a:cs typeface="+mn-cs"/>
              </a:rPr>
              <a:t>5. Only predictions saved, adversarial images discarded between epsilons (memory + disk efficiency</a:t>
            </a:r>
          </a:p>
          <a:p>
            <a:r>
              <a:rPr lang="en-SG" sz="1200" b="0" kern="1200">
                <a:solidFill>
                  <a:schemeClr val="tx1"/>
                </a:solidFill>
                <a:effectLst/>
                <a:latin typeface="+mn-lt"/>
                <a:ea typeface="+mn-ea"/>
                <a:cs typeface="+mn-cs"/>
              </a:rPr>
              <a:t>6. </a:t>
            </a:r>
            <a:r>
              <a:rPr lang="en-SG" sz="1200" b="0" kern="1200" err="1">
                <a:solidFill>
                  <a:schemeClr val="tx1"/>
                </a:solidFill>
                <a:effectLst/>
                <a:latin typeface="+mn-lt"/>
                <a:ea typeface="+mn-ea"/>
                <a:cs typeface="+mn-cs"/>
              </a:rPr>
              <a:t>ε</a:t>
            </a:r>
            <a:r>
              <a:rPr lang="en-SG" sz="1200" b="0" kern="1200">
                <a:solidFill>
                  <a:schemeClr val="tx1"/>
                </a:solidFill>
                <a:effectLst/>
                <a:latin typeface="+mn-lt"/>
                <a:ea typeface="+mn-ea"/>
                <a:cs typeface="+mn-cs"/>
              </a:rPr>
              <a:t>=0.1 reused eliminates redundant compute</a:t>
            </a:r>
          </a:p>
          <a:p>
            <a:endParaRPr lang="en-SG" sz="1200" b="0" kern="1200">
              <a:solidFill>
                <a:schemeClr val="tx1"/>
              </a:solidFill>
              <a:effectLst/>
              <a:latin typeface="+mn-lt"/>
              <a:ea typeface="+mn-ea"/>
              <a:cs typeface="+mn-cs"/>
            </a:endParaRPr>
          </a:p>
          <a:p>
            <a:r>
              <a:rPr lang="en-SG" sz="1200" b="0" kern="1200">
                <a:solidFill>
                  <a:schemeClr val="tx1"/>
                </a:solidFill>
                <a:effectLst/>
                <a:latin typeface="+mn-lt"/>
                <a:ea typeface="+mn-ea"/>
                <a:cs typeface="+mn-cs"/>
              </a:rPr>
              <a:t>These controls were implemented to ensure that observed behavioural changes were attributable to attack strength rather than randomness, data variation, or execution inconsistencies.</a:t>
            </a:r>
          </a:p>
          <a:p>
            <a:pPr marL="171450" indent="-171450">
              <a:buFontTx/>
              <a:buChar char="-"/>
            </a:pPr>
            <a:endParaRPr lang="en-SG" sz="1200" b="1" kern="1200">
              <a:solidFill>
                <a:schemeClr val="tx1"/>
              </a:solidFill>
              <a:effectLst/>
              <a:latin typeface="+mn-lt"/>
              <a:ea typeface="+mn-ea"/>
              <a:cs typeface="+mn-cs"/>
            </a:endParaRPr>
          </a:p>
          <a:p>
            <a:r>
              <a:rPr lang="en-SG" sz="1200" b="1" kern="1200">
                <a:solidFill>
                  <a:schemeClr val="tx1"/>
                </a:solidFill>
                <a:effectLst/>
                <a:latin typeface="+mn-lt"/>
                <a:ea typeface="+mn-ea"/>
                <a:cs typeface="+mn-cs"/>
              </a:rPr>
              <a:t>Our expectation:</a:t>
            </a:r>
            <a:endParaRPr lang="en-SG" sz="1200" b="0" kern="1200">
              <a:solidFill>
                <a:schemeClr val="tx1"/>
              </a:solidFill>
              <a:effectLst/>
              <a:latin typeface="+mn-lt"/>
              <a:ea typeface="+mn-ea"/>
              <a:cs typeface="+mn-cs"/>
            </a:endParaRPr>
          </a:p>
          <a:p>
            <a:r>
              <a:rPr lang="en-SG" sz="1200" b="0" kern="1200">
                <a:solidFill>
                  <a:schemeClr val="tx1"/>
                </a:solidFill>
                <a:effectLst/>
                <a:latin typeface="+mn-lt"/>
                <a:ea typeface="+mn-ea"/>
                <a:cs typeface="+mn-cs"/>
              </a:rPr>
              <a:t>1. </a:t>
            </a:r>
            <a:r>
              <a:rPr lang="en-SG" sz="1200" b="0" kern="1200" err="1">
                <a:solidFill>
                  <a:schemeClr val="tx1"/>
                </a:solidFill>
                <a:effectLst/>
                <a:latin typeface="+mn-lt"/>
                <a:ea typeface="+mn-ea"/>
                <a:cs typeface="+mn-cs"/>
              </a:rPr>
              <a:t>ε</a:t>
            </a:r>
            <a:r>
              <a:rPr lang="en-SG" sz="1200" b="0" kern="1200">
                <a:solidFill>
                  <a:schemeClr val="tx1"/>
                </a:solidFill>
                <a:effectLst/>
                <a:latin typeface="+mn-lt"/>
                <a:ea typeface="+mn-ea"/>
                <a:cs typeface="+mn-cs"/>
              </a:rPr>
              <a:t>=0.0: adversarial accuracy ≈ clean accuracy (94.14%) — pipeline sanity check</a:t>
            </a:r>
          </a:p>
          <a:p>
            <a:r>
              <a:rPr lang="en-SG" sz="1200" b="0" kern="1200">
                <a:solidFill>
                  <a:schemeClr val="tx1"/>
                </a:solidFill>
                <a:effectLst/>
                <a:latin typeface="+mn-lt"/>
                <a:ea typeface="+mn-ea"/>
                <a:cs typeface="+mn-cs"/>
              </a:rPr>
              <a:t>2. </a:t>
            </a:r>
            <a:r>
              <a:rPr lang="en-SG" sz="1200" b="0" kern="1200" err="1">
                <a:solidFill>
                  <a:schemeClr val="tx1"/>
                </a:solidFill>
                <a:effectLst/>
                <a:latin typeface="+mn-lt"/>
                <a:ea typeface="+mn-ea"/>
                <a:cs typeface="+mn-cs"/>
              </a:rPr>
              <a:t>ε</a:t>
            </a:r>
            <a:r>
              <a:rPr lang="en-SG" sz="1200" b="0" kern="1200">
                <a:solidFill>
                  <a:schemeClr val="tx1"/>
                </a:solidFill>
                <a:effectLst/>
                <a:latin typeface="+mn-lt"/>
                <a:ea typeface="+mn-ea"/>
                <a:cs typeface="+mn-cs"/>
              </a:rPr>
              <a:t> ↑: monotonic decrease in adversarial accuracy</a:t>
            </a:r>
          </a:p>
          <a:p>
            <a:r>
              <a:rPr lang="en-SG" sz="1200" b="0" kern="1200">
                <a:solidFill>
                  <a:schemeClr val="tx1"/>
                </a:solidFill>
                <a:effectLst/>
                <a:latin typeface="+mn-lt"/>
                <a:ea typeface="+mn-ea"/>
                <a:cs typeface="+mn-cs"/>
              </a:rPr>
              <a:t>3. Curve shape reveals decision-boundary geometry: sharp drops = fragile in many directions</a:t>
            </a:r>
          </a:p>
          <a:p>
            <a:endParaRPr lang="en-SG" sz="1200" b="0" kern="1200">
              <a:solidFill>
                <a:schemeClr val="tx1"/>
              </a:solidFill>
              <a:effectLst/>
              <a:latin typeface="+mn-lt"/>
              <a:ea typeface="+mn-ea"/>
              <a:cs typeface="+mn-cs"/>
            </a:endParaRPr>
          </a:p>
          <a:p>
            <a:endParaRPr lang="en-SG" sz="1200" b="0" kern="1200">
              <a:solidFill>
                <a:schemeClr val="tx1"/>
              </a:solidFill>
              <a:effectLst/>
              <a:latin typeface="+mn-lt"/>
              <a:ea typeface="+mn-ea"/>
              <a:cs typeface="+mn-cs"/>
            </a:endParaRPr>
          </a:p>
          <a:p>
            <a:endParaRPr lang="en-SG" sz="1200" b="0" kern="1200">
              <a:solidFill>
                <a:schemeClr val="tx1"/>
              </a:solidFill>
              <a:effectLst/>
              <a:latin typeface="+mn-lt"/>
              <a:ea typeface="+mn-ea"/>
              <a:cs typeface="+mn-cs"/>
            </a:endParaRPr>
          </a:p>
          <a:p>
            <a:endParaRPr lang="en-SG"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1722B9E9-1AFE-F9E5-EFAF-8ECB2776446E}"/>
              </a:ext>
            </a:extLst>
          </p:cNvPr>
          <p:cNvSpPr>
            <a:spLocks noGrp="1"/>
          </p:cNvSpPr>
          <p:nvPr>
            <p:ph type="sldNum" sz="quarter" idx="5"/>
          </p:nvPr>
        </p:nvSpPr>
        <p:spPr/>
        <p:txBody>
          <a:bodyPr/>
          <a:lstStyle/>
          <a:p>
            <a:fld id="{38CD88CC-FFD6-43BC-A88E-3A51C578BD56}" type="slidenum">
              <a:rPr lang="en-US" altLang="en-US" smtClean="0"/>
              <a:pPr/>
              <a:t>13</a:t>
            </a:fld>
            <a:endParaRPr lang="en-US" altLang="en-US"/>
          </a:p>
        </p:txBody>
      </p:sp>
    </p:spTree>
    <p:extLst>
      <p:ext uri="{BB962C8B-B14F-4D97-AF65-F5344CB8AC3E}">
        <p14:creationId xmlns:p14="http://schemas.microsoft.com/office/powerpoint/2010/main" val="18550174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2E024-C003-BD8C-E234-E8F54E0358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CF9B70-E66C-2DEA-F8BB-F42642B144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FA3444-84A0-6CED-1C3E-369A69A5E64D}"/>
              </a:ext>
            </a:extLst>
          </p:cNvPr>
          <p:cNvSpPr>
            <a:spLocks noGrp="1"/>
          </p:cNvSpPr>
          <p:nvPr>
            <p:ph type="body" idx="1"/>
          </p:nvPr>
        </p:nvSpPr>
        <p:spPr/>
        <p:txBody>
          <a:bodyPr/>
          <a:lstStyle/>
          <a:p>
            <a:r>
              <a:rPr lang="en-SG"/>
              <a:t>The adversarial accuracy curve exhibited non-monotonic behaviour, bottoming out at </a:t>
            </a:r>
            <a:r>
              <a:rPr lang="en-SG" err="1"/>
              <a:t>ε</a:t>
            </a:r>
            <a:r>
              <a:rPr lang="en-SG"/>
              <a:t>=0.05 before partially recovering at higher epsilon values.</a:t>
            </a:r>
          </a:p>
          <a:p>
            <a:endParaRPr lang="en-SG"/>
          </a:p>
          <a:p>
            <a:r>
              <a:rPr lang="en-SG"/>
              <a:t>This reflects two FGSM limitations:</a:t>
            </a:r>
          </a:p>
          <a:p>
            <a:pPr marL="171450" indent="-171450">
              <a:buFont typeface="Arial" panose="020B0604020202020204" pitchFamily="34" charset="0"/>
              <a:buChar char="•"/>
            </a:pPr>
            <a:r>
              <a:rPr lang="en-SG"/>
              <a:t>Breakdown of the local linear approximation at large </a:t>
            </a:r>
            <a:r>
              <a:rPr lang="en-SG" err="1"/>
              <a:t>ε</a:t>
            </a:r>
            <a:endParaRPr lang="en-SG"/>
          </a:p>
          <a:p>
            <a:pPr marL="171450" indent="-171450">
              <a:buFont typeface="Arial" panose="020B0604020202020204" pitchFamily="34" charset="0"/>
              <a:buChar char="•"/>
            </a:pPr>
            <a:r>
              <a:rPr lang="en-SG"/>
              <a:t>Out-of-distribution effects where perturbed inputs no longer resemble realistic samples</a:t>
            </a:r>
          </a:p>
          <a:p>
            <a:endParaRPr lang="en-SG"/>
          </a:p>
          <a:p>
            <a:r>
              <a:rPr lang="en-SG"/>
              <a:t>Interestingly, the most damaging perturbations were also the least visually detectable, demonstrating that human inspection alone is not a reliable defence against adversarial attacks.</a:t>
            </a:r>
          </a:p>
          <a:p>
            <a:r>
              <a:rPr lang="en-SG"/>
              <a:t>These findings show that robustness evaluation must consider multiple attack regimes rather than a single epsilon benchmark.</a:t>
            </a:r>
          </a:p>
          <a:p>
            <a:endParaRPr lang="en-SG" sz="1200" b="0" i="0" kern="120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0AE66B2C-AD8E-9C4F-E4DC-59BD0EB7C21D}"/>
              </a:ext>
            </a:extLst>
          </p:cNvPr>
          <p:cNvSpPr>
            <a:spLocks noGrp="1"/>
          </p:cNvSpPr>
          <p:nvPr>
            <p:ph type="sldNum" sz="quarter" idx="5"/>
          </p:nvPr>
        </p:nvSpPr>
        <p:spPr/>
        <p:txBody>
          <a:bodyPr/>
          <a:lstStyle/>
          <a:p>
            <a:fld id="{38CD88CC-FFD6-43BC-A88E-3A51C578BD56}" type="slidenum">
              <a:rPr lang="en-US" altLang="en-US" smtClean="0"/>
              <a:pPr/>
              <a:t>14</a:t>
            </a:fld>
            <a:endParaRPr lang="en-US" altLang="en-US"/>
          </a:p>
        </p:txBody>
      </p:sp>
    </p:spTree>
    <p:extLst>
      <p:ext uri="{BB962C8B-B14F-4D97-AF65-F5344CB8AC3E}">
        <p14:creationId xmlns:p14="http://schemas.microsoft.com/office/powerpoint/2010/main" val="27933858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sz="1200" b="0" i="0" kern="1200">
                <a:solidFill>
                  <a:schemeClr val="tx1"/>
                </a:solidFill>
                <a:effectLst/>
                <a:latin typeface="+mn-lt"/>
                <a:ea typeface="+mn-ea"/>
                <a:cs typeface="+mn-cs"/>
              </a:rPr>
              <a:t>In addition to overall accuracy degradation, we also analysed whether certain image classes were more vulnerable to adversarial attacks.</a:t>
            </a:r>
          </a:p>
          <a:p>
            <a:endParaRPr lang="en-SG" sz="1200" b="0" i="0" kern="1200">
              <a:solidFill>
                <a:schemeClr val="tx1"/>
              </a:solidFill>
              <a:effectLst/>
              <a:latin typeface="+mn-lt"/>
              <a:ea typeface="+mn-ea"/>
              <a:cs typeface="+mn-cs"/>
            </a:endParaRPr>
          </a:p>
          <a:p>
            <a:r>
              <a:rPr lang="en-SG" sz="1200" b="0" i="0" kern="1200">
                <a:solidFill>
                  <a:schemeClr val="tx1"/>
                </a:solidFill>
                <a:effectLst/>
                <a:latin typeface="+mn-lt"/>
                <a:ea typeface="+mn-ea"/>
                <a:cs typeface="+mn-cs"/>
              </a:rPr>
              <a:t>Our observations suggest that adversarial vulnerability is not uniformly distributed across classes.  Some classes degraded much more rapidly than others as epsilon increased.  We also observed cases where adversarial examples were repeatedly misclassified into specific ‘attractor classes.’</a:t>
            </a:r>
          </a:p>
          <a:p>
            <a:endParaRPr lang="en-SG" sz="1200" b="0" i="0" kern="1200">
              <a:solidFill>
                <a:schemeClr val="tx1"/>
              </a:solidFill>
              <a:effectLst/>
              <a:latin typeface="+mn-lt"/>
              <a:ea typeface="+mn-ea"/>
              <a:cs typeface="+mn-cs"/>
            </a:endParaRPr>
          </a:p>
          <a:p>
            <a:r>
              <a:rPr lang="en-SG" sz="1200" b="0" i="0" kern="1200">
                <a:solidFill>
                  <a:schemeClr val="tx1"/>
                </a:solidFill>
                <a:effectLst/>
                <a:latin typeface="+mn-lt"/>
                <a:ea typeface="+mn-ea"/>
                <a:cs typeface="+mn-cs"/>
              </a:rPr>
              <a:t>This suggests that the model’s learned feature representations are unevenly distributed.</a:t>
            </a:r>
          </a:p>
          <a:p>
            <a:r>
              <a:rPr lang="en-SG" sz="1200" b="0" i="0" kern="1200">
                <a:solidFill>
                  <a:schemeClr val="tx1"/>
                </a:solidFill>
                <a:effectLst/>
                <a:latin typeface="+mn-lt"/>
                <a:ea typeface="+mn-ea"/>
                <a:cs typeface="+mn-cs"/>
              </a:rPr>
              <a:t>Certain classes may possess weaker or less separable feature boundaries, making them more susceptible to adversarial manipulation.</a:t>
            </a:r>
          </a:p>
          <a:p>
            <a:endParaRPr lang="en-SG" sz="1200" b="0" i="0" kern="1200">
              <a:solidFill>
                <a:schemeClr val="tx1"/>
              </a:solidFill>
              <a:effectLst/>
              <a:latin typeface="+mn-lt"/>
              <a:ea typeface="+mn-ea"/>
              <a:cs typeface="+mn-cs"/>
            </a:endParaRPr>
          </a:p>
          <a:p>
            <a:r>
              <a:rPr lang="en-SG" sz="1200" b="0" i="0" kern="1200">
                <a:solidFill>
                  <a:schemeClr val="tx1"/>
                </a:solidFill>
                <a:effectLst/>
                <a:latin typeface="+mn-lt"/>
                <a:ea typeface="+mn-ea"/>
                <a:cs typeface="+mn-cs"/>
              </a:rPr>
              <a:t>This finding is important because it reveals that robustness is not simply a global model property.  Instead, vulnerability can vary depending on feature complexity, class similarity, and training distribution.  Such behaviour may also expose hidden biases and weaknesses in the learned representation space.</a:t>
            </a:r>
          </a:p>
          <a:p>
            <a:endParaRPr lang="en-SG" sz="1200" b="0" i="0" kern="120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SG" b="1"/>
              <a:t>Why class-level analysis matters.</a:t>
            </a:r>
            <a:endParaRPr lang="en-SG" sz="1200" b="1" i="0" kern="1200">
              <a:solidFill>
                <a:schemeClr val="tx1"/>
              </a:solidFill>
              <a:effectLst/>
              <a:latin typeface="+mn-lt"/>
              <a:ea typeface="+mn-ea"/>
              <a:cs typeface="+mn-cs"/>
            </a:endParaRPr>
          </a:p>
          <a:p>
            <a:r>
              <a:rPr lang="en-SG" sz="1200" b="0" i="0" kern="1200">
                <a:solidFill>
                  <a:schemeClr val="tx1"/>
                </a:solidFill>
                <a:effectLst/>
                <a:latin typeface="+mn-lt"/>
                <a:ea typeface="+mn-ea"/>
                <a:cs typeface="+mn-cs"/>
              </a:rPr>
              <a:t>Aggregate accuracy masked substantial differences between classes. Per-class analysis revealed that robustness vulnerabilities were unevenly distributed across the feature space.</a:t>
            </a:r>
          </a:p>
          <a:p>
            <a:endParaRPr lang="en-US"/>
          </a:p>
        </p:txBody>
      </p:sp>
      <p:sp>
        <p:nvSpPr>
          <p:cNvPr id="4" name="Slide Number Placeholder 3"/>
          <p:cNvSpPr>
            <a:spLocks noGrp="1"/>
          </p:cNvSpPr>
          <p:nvPr>
            <p:ph type="sldNum" sz="quarter" idx="5"/>
          </p:nvPr>
        </p:nvSpPr>
        <p:spPr/>
        <p:txBody>
          <a:bodyPr/>
          <a:lstStyle/>
          <a:p>
            <a:fld id="{38CD88CC-FFD6-43BC-A88E-3A51C578BD56}" type="slidenum">
              <a:rPr lang="en-US" altLang="en-US" smtClean="0"/>
              <a:pPr/>
              <a:t>15</a:t>
            </a:fld>
            <a:endParaRPr lang="en-US" altLang="en-US"/>
          </a:p>
        </p:txBody>
      </p:sp>
    </p:spTree>
    <p:extLst>
      <p:ext uri="{BB962C8B-B14F-4D97-AF65-F5344CB8AC3E}">
        <p14:creationId xmlns:p14="http://schemas.microsoft.com/office/powerpoint/2010/main" val="9978393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ED47D-0C3F-013A-3857-783ABD6775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85695E-6FC7-CB27-13B0-1989DE23F0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923996-020E-255D-4D82-E7AC1B5C7C58}"/>
              </a:ext>
            </a:extLst>
          </p:cNvPr>
          <p:cNvSpPr>
            <a:spLocks noGrp="1"/>
          </p:cNvSpPr>
          <p:nvPr>
            <p:ph type="body" idx="1"/>
          </p:nvPr>
        </p:nvSpPr>
        <p:spPr/>
        <p:txBody>
          <a:bodyPr/>
          <a:lstStyle/>
          <a:p>
            <a:r>
              <a:rPr lang="en-SG"/>
              <a:t>The heatmap revealed that adversarial vulnerability was unevenly distributed across classes and attack strengths.</a:t>
            </a:r>
            <a:br>
              <a:rPr lang="en-SG"/>
            </a:br>
            <a:endParaRPr lang="en-SG"/>
          </a:p>
          <a:p>
            <a:r>
              <a:rPr lang="en-SG"/>
              <a:t>Some classes remained consistently fragile across the epsilon sweep, while others exhibited non-monotonic recovery patterns linked to attractor-class behaviour.</a:t>
            </a:r>
            <a:br>
              <a:rPr lang="en-SG"/>
            </a:br>
            <a:endParaRPr lang="en-SG"/>
          </a:p>
          <a:p>
            <a:r>
              <a:rPr lang="en-SG"/>
              <a:t>This demonstrates that aggregate accuracy can mask important class-level robustness differences and that adversarial failure may reflect weaknesses in the model’s learned feature geometry rather than uniform degradation.</a:t>
            </a:r>
          </a:p>
          <a:p>
            <a:endParaRPr lang="en-US"/>
          </a:p>
        </p:txBody>
      </p:sp>
      <p:sp>
        <p:nvSpPr>
          <p:cNvPr id="4" name="Slide Number Placeholder 3">
            <a:extLst>
              <a:ext uri="{FF2B5EF4-FFF2-40B4-BE49-F238E27FC236}">
                <a16:creationId xmlns:a16="http://schemas.microsoft.com/office/drawing/2014/main" id="{9BBB93C7-1D38-BBE3-8FFB-08855352B2B6}"/>
              </a:ext>
            </a:extLst>
          </p:cNvPr>
          <p:cNvSpPr>
            <a:spLocks noGrp="1"/>
          </p:cNvSpPr>
          <p:nvPr>
            <p:ph type="sldNum" sz="quarter" idx="5"/>
          </p:nvPr>
        </p:nvSpPr>
        <p:spPr/>
        <p:txBody>
          <a:bodyPr/>
          <a:lstStyle/>
          <a:p>
            <a:fld id="{38CD88CC-FFD6-43BC-A88E-3A51C578BD56}" type="slidenum">
              <a:rPr lang="en-US" altLang="en-US" smtClean="0"/>
              <a:pPr/>
              <a:t>16</a:t>
            </a:fld>
            <a:endParaRPr lang="en-US" altLang="en-US"/>
          </a:p>
        </p:txBody>
      </p:sp>
    </p:spTree>
    <p:extLst>
      <p:ext uri="{BB962C8B-B14F-4D97-AF65-F5344CB8AC3E}">
        <p14:creationId xmlns:p14="http://schemas.microsoft.com/office/powerpoint/2010/main" val="22803620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98288-5F26-626F-DF72-C3030C782D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F6BF8A-0B1D-EF21-DDFD-59B608C473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CC13DB-F64E-0A70-82C4-DDCE99D113D4}"/>
              </a:ext>
            </a:extLst>
          </p:cNvPr>
          <p:cNvSpPr>
            <a:spLocks noGrp="1"/>
          </p:cNvSpPr>
          <p:nvPr>
            <p:ph type="body" idx="1"/>
          </p:nvPr>
        </p:nvSpPr>
        <p:spPr/>
        <p:txBody>
          <a:bodyPr/>
          <a:lstStyle/>
          <a:p>
            <a:r>
              <a:rPr lang="en-SG" sz="1200" b="1" kern="1200">
                <a:solidFill>
                  <a:schemeClr val="tx1"/>
                </a:solidFill>
                <a:effectLst/>
                <a:latin typeface="+mn-lt"/>
                <a:ea typeface="+mn-ea"/>
                <a:cs typeface="+mn-cs"/>
              </a:rPr>
              <a:t>The model is predicting "bird" for half of all images at ε=0.3.</a:t>
            </a:r>
            <a:r>
              <a:rPr lang="en-SG" sz="1200" b="0" kern="1200">
                <a:solidFill>
                  <a:schemeClr val="tx1"/>
                </a:solidFill>
                <a:effectLst/>
                <a:latin typeface="+mn-lt"/>
                <a:ea typeface="+mn-ea"/>
                <a:cs typeface="+mn-cs"/>
              </a:rPr>
              <a:t> </a:t>
            </a:r>
          </a:p>
          <a:p>
            <a:r>
              <a:rPr lang="en-SG" sz="1200" b="0" kern="1200">
                <a:solidFill>
                  <a:schemeClr val="tx1"/>
                </a:solidFill>
                <a:effectLst/>
                <a:latin typeface="+mn-lt"/>
                <a:ea typeface="+mn-ea"/>
                <a:cs typeface="+mn-cs"/>
              </a:rPr>
              <a:t>Six of ten classes are functionally extinct in the output distribution. This is not "predictions becoming random" (which would give ≈10% per class). It is </a:t>
            </a:r>
            <a:r>
              <a:rPr lang="en-SG" sz="1200" b="1" kern="1200">
                <a:solidFill>
                  <a:schemeClr val="tx1"/>
                </a:solidFill>
                <a:effectLst/>
                <a:latin typeface="+mn-lt"/>
                <a:ea typeface="+mn-ea"/>
                <a:cs typeface="+mn-cs"/>
              </a:rPr>
              <a:t>single-class attractor collapse</a:t>
            </a:r>
            <a:r>
              <a:rPr lang="en-SG" sz="1200" b="0" kern="1200">
                <a:solidFill>
                  <a:schemeClr val="tx1"/>
                </a:solidFill>
                <a:effectLst/>
                <a:latin typeface="+mn-lt"/>
                <a:ea typeface="+mn-ea"/>
                <a:cs typeface="+mn-cs"/>
              </a:rPr>
              <a:t>.</a:t>
            </a:r>
            <a:br>
              <a:rPr lang="en-SG" sz="1200" b="0" kern="1200">
                <a:solidFill>
                  <a:schemeClr val="tx1"/>
                </a:solidFill>
                <a:effectLst/>
                <a:latin typeface="+mn-lt"/>
                <a:ea typeface="+mn-ea"/>
                <a:cs typeface="+mn-cs"/>
              </a:rPr>
            </a:br>
            <a:endParaRPr lang="en-SG" sz="1200" b="0" kern="1200">
              <a:solidFill>
                <a:schemeClr val="tx1"/>
              </a:solidFill>
              <a:effectLst/>
              <a:latin typeface="+mn-lt"/>
              <a:ea typeface="+mn-ea"/>
              <a:cs typeface="+mn-cs"/>
            </a:endParaRPr>
          </a:p>
          <a:p>
            <a:r>
              <a:rPr lang="en-SG" sz="1200" b="0" kern="1200">
                <a:solidFill>
                  <a:schemeClr val="tx1"/>
                </a:solidFill>
                <a:effectLst/>
                <a:latin typeface="+mn-lt"/>
                <a:ea typeface="+mn-ea"/>
                <a:cs typeface="+mn-cs"/>
              </a:rPr>
              <a:t>This finding has two consequences:</a:t>
            </a:r>
          </a:p>
          <a:p>
            <a:r>
              <a:rPr lang="en-SG" sz="1200" b="0" kern="1200">
                <a:solidFill>
                  <a:schemeClr val="tx1"/>
                </a:solidFill>
                <a:effectLst/>
                <a:latin typeface="+mn-lt"/>
                <a:ea typeface="+mn-ea"/>
                <a:cs typeface="+mn-cs"/>
              </a:rPr>
              <a:t>1. Bird's apparent recovery to 67.1% accuracy is largely artefactual.  Its </a:t>
            </a:r>
            <a:r>
              <a:rPr lang="en-SG" sz="1200" b="1" kern="1200">
                <a:solidFill>
                  <a:schemeClr val="tx1"/>
                </a:solidFill>
                <a:effectLst/>
                <a:latin typeface="+mn-lt"/>
                <a:ea typeface="+mn-ea"/>
                <a:cs typeface="+mn-cs"/>
              </a:rPr>
              <a:t>precision</a:t>
            </a:r>
            <a:r>
              <a:rPr lang="en-SG" sz="1200" b="0" kern="1200">
                <a:solidFill>
                  <a:schemeClr val="tx1"/>
                </a:solidFill>
                <a:effectLst/>
                <a:latin typeface="+mn-lt"/>
                <a:ea typeface="+mn-ea"/>
                <a:cs typeface="+mn-cs"/>
              </a:rPr>
              <a:t> is only 13.4% (671 actual birds / 5,010 "bird" predictions). The model is not accurately identifying birds; it is defaulting to "bird" and accidentally getting some right.</a:t>
            </a:r>
          </a:p>
          <a:p>
            <a:r>
              <a:rPr lang="en-SG" sz="1200" b="0" kern="1200">
                <a:solidFill>
                  <a:schemeClr val="tx1"/>
                </a:solidFill>
                <a:effectLst/>
                <a:latin typeface="+mn-lt"/>
                <a:ea typeface="+mn-ea"/>
                <a:cs typeface="+mn-cs"/>
              </a:rPr>
              <a:t>2. The deployment-governance implication is more severe than the aggregate curve suggested: a model that fails by collapsing to a known attractor class fails </a:t>
            </a:r>
            <a:r>
              <a:rPr lang="en-SG" sz="1200" b="0" i="1" kern="1200">
                <a:solidFill>
                  <a:schemeClr val="tx1"/>
                </a:solidFill>
                <a:effectLst/>
                <a:latin typeface="+mn-lt"/>
                <a:ea typeface="+mn-ea"/>
                <a:cs typeface="+mn-cs"/>
              </a:rPr>
              <a:t>*predictably and </a:t>
            </a:r>
            <a:r>
              <a:rPr lang="en-SG" sz="1200" b="0" i="1" kern="1200" err="1">
                <a:solidFill>
                  <a:schemeClr val="tx1"/>
                </a:solidFill>
                <a:effectLst/>
                <a:latin typeface="+mn-lt"/>
                <a:ea typeface="+mn-ea"/>
                <a:cs typeface="+mn-cs"/>
              </a:rPr>
              <a:t>exploitably</a:t>
            </a:r>
            <a:r>
              <a:rPr lang="en-SG" sz="1200" b="0" kern="1200">
                <a:solidFill>
                  <a:schemeClr val="tx1"/>
                </a:solidFill>
                <a:effectLst/>
                <a:latin typeface="+mn-lt"/>
                <a:ea typeface="+mn-ea"/>
                <a:cs typeface="+mn-cs"/>
              </a:rPr>
              <a:t>, not randomly.</a:t>
            </a:r>
            <a:br>
              <a:rPr lang="en-SG" sz="1200" b="0" kern="1200">
                <a:solidFill>
                  <a:schemeClr val="tx1"/>
                </a:solidFill>
                <a:effectLst/>
                <a:latin typeface="+mn-lt"/>
                <a:ea typeface="+mn-ea"/>
                <a:cs typeface="+mn-cs"/>
              </a:rPr>
            </a:br>
            <a:endParaRPr lang="en-SG" sz="1200" b="0" kern="1200">
              <a:solidFill>
                <a:schemeClr val="tx1"/>
              </a:solidFill>
              <a:effectLst/>
              <a:latin typeface="+mn-lt"/>
              <a:ea typeface="+mn-ea"/>
              <a:cs typeface="+mn-cs"/>
            </a:endParaRPr>
          </a:p>
          <a:p>
            <a:r>
              <a:rPr lang="en-SG" sz="1200" b="0" kern="1200">
                <a:solidFill>
                  <a:schemeClr val="tx1"/>
                </a:solidFill>
                <a:effectLst/>
                <a:latin typeface="+mn-lt"/>
                <a:ea typeface="+mn-ea"/>
                <a:cs typeface="+mn-cs"/>
              </a:rPr>
              <a:t>The cell below visualises how the prediction distribution evolves across the full epsilon sweep, making the emergence of the attractor class explicit.</a:t>
            </a:r>
          </a:p>
          <a:p>
            <a:endParaRPr lang="en-SG" sz="1200" b="0" kern="1200">
              <a:solidFill>
                <a:schemeClr val="tx1"/>
              </a:solidFill>
              <a:effectLst/>
              <a:latin typeface="+mn-lt"/>
              <a:ea typeface="+mn-ea"/>
              <a:cs typeface="+mn-cs"/>
            </a:endParaRPr>
          </a:p>
          <a:p>
            <a:r>
              <a:rPr lang="en-SG" sz="1200" b="0" kern="1200">
                <a:solidFill>
                  <a:schemeClr val="tx1"/>
                </a:solidFill>
                <a:effectLst/>
                <a:latin typeface="+mn-lt"/>
                <a:ea typeface="+mn-ea"/>
                <a:cs typeface="+mn-cs"/>
              </a:rPr>
              <a:t>The model did not become uniformly uncertain under attack. Instead, its predictions collapsed into a highly structured and biased output distribution.</a:t>
            </a:r>
          </a:p>
          <a:p>
            <a:endParaRPr lang="en-US"/>
          </a:p>
        </p:txBody>
      </p:sp>
      <p:sp>
        <p:nvSpPr>
          <p:cNvPr id="4" name="Slide Number Placeholder 3">
            <a:extLst>
              <a:ext uri="{FF2B5EF4-FFF2-40B4-BE49-F238E27FC236}">
                <a16:creationId xmlns:a16="http://schemas.microsoft.com/office/drawing/2014/main" id="{0584BED4-86E5-0384-B9E3-7983EF7D7DAF}"/>
              </a:ext>
            </a:extLst>
          </p:cNvPr>
          <p:cNvSpPr>
            <a:spLocks noGrp="1"/>
          </p:cNvSpPr>
          <p:nvPr>
            <p:ph type="sldNum" sz="quarter" idx="5"/>
          </p:nvPr>
        </p:nvSpPr>
        <p:spPr/>
        <p:txBody>
          <a:bodyPr/>
          <a:lstStyle/>
          <a:p>
            <a:fld id="{38CD88CC-FFD6-43BC-A88E-3A51C578BD56}" type="slidenum">
              <a:rPr lang="en-US" altLang="en-US" smtClean="0"/>
              <a:pPr/>
              <a:t>17</a:t>
            </a:fld>
            <a:endParaRPr lang="en-US" altLang="en-US"/>
          </a:p>
        </p:txBody>
      </p:sp>
    </p:spTree>
    <p:extLst>
      <p:ext uri="{BB962C8B-B14F-4D97-AF65-F5344CB8AC3E}">
        <p14:creationId xmlns:p14="http://schemas.microsoft.com/office/powerpoint/2010/main" val="40659888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7BAA7-8147-99BB-6E16-CC009462D9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6027C7-8142-52E8-3114-7CEB6401D9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023AFB-258C-EF47-A87B-E4AF09BBF16A}"/>
              </a:ext>
            </a:extLst>
          </p:cNvPr>
          <p:cNvSpPr>
            <a:spLocks noGrp="1"/>
          </p:cNvSpPr>
          <p:nvPr>
            <p:ph type="body" idx="1"/>
          </p:nvPr>
        </p:nvSpPr>
        <p:spPr/>
        <p:txBody>
          <a:bodyPr/>
          <a:lstStyle/>
          <a:p>
            <a:r>
              <a:rPr lang="en-SG"/>
              <a:t>These findings show that adversarial failure was structured, class-dependent, and attack-regime sensitive rather than random.</a:t>
            </a:r>
            <a:br>
              <a:rPr lang="en-SG"/>
            </a:br>
            <a:endParaRPr lang="en-SG"/>
          </a:p>
          <a:p>
            <a:r>
              <a:rPr lang="en-SG"/>
              <a:t>Low-epsilon attacks primarily amplified existing weak decision boundaries between visually similar animal classes, while stronger perturbations triggered attractor-class collapse toward “bird.”</a:t>
            </a:r>
            <a:br>
              <a:rPr lang="en-SG"/>
            </a:br>
            <a:endParaRPr lang="en-SG"/>
          </a:p>
          <a:p>
            <a:r>
              <a:rPr lang="en-SG"/>
              <a:t>The apparent recovery in aggregate accuracy at high </a:t>
            </a:r>
            <a:r>
              <a:rPr lang="en-SG" err="1"/>
              <a:t>ε</a:t>
            </a:r>
            <a:r>
              <a:rPr lang="en-SG"/>
              <a:t> was therefore not genuine robustness, but a consequence of biased prediction collapse.</a:t>
            </a:r>
            <a:br>
              <a:rPr lang="en-SG"/>
            </a:br>
            <a:endParaRPr lang="en-SG"/>
          </a:p>
          <a:p>
            <a:r>
              <a:rPr lang="en-SG"/>
              <a:t>This highlights the importance of behavioural analysis beyond aggregate accuracy metrics in Trustworthy AI evaluation.</a:t>
            </a:r>
          </a:p>
          <a:p>
            <a:endParaRPr lang="en-US"/>
          </a:p>
        </p:txBody>
      </p:sp>
      <p:sp>
        <p:nvSpPr>
          <p:cNvPr id="4" name="Slide Number Placeholder 3">
            <a:extLst>
              <a:ext uri="{FF2B5EF4-FFF2-40B4-BE49-F238E27FC236}">
                <a16:creationId xmlns:a16="http://schemas.microsoft.com/office/drawing/2014/main" id="{976F5EEE-6B3F-6170-6B7C-D245887ADECB}"/>
              </a:ext>
            </a:extLst>
          </p:cNvPr>
          <p:cNvSpPr>
            <a:spLocks noGrp="1"/>
          </p:cNvSpPr>
          <p:nvPr>
            <p:ph type="sldNum" sz="quarter" idx="5"/>
          </p:nvPr>
        </p:nvSpPr>
        <p:spPr/>
        <p:txBody>
          <a:bodyPr/>
          <a:lstStyle/>
          <a:p>
            <a:fld id="{38CD88CC-FFD6-43BC-A88E-3A51C578BD56}" type="slidenum">
              <a:rPr lang="en-US" altLang="en-US" smtClean="0"/>
              <a:pPr/>
              <a:t>18</a:t>
            </a:fld>
            <a:endParaRPr lang="en-US" altLang="en-US"/>
          </a:p>
        </p:txBody>
      </p:sp>
    </p:spTree>
    <p:extLst>
      <p:ext uri="{BB962C8B-B14F-4D97-AF65-F5344CB8AC3E}">
        <p14:creationId xmlns:p14="http://schemas.microsoft.com/office/powerpoint/2010/main" val="251842686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Confusion matrices helped verify that adversarial failure was structured rather than random.</a:t>
            </a:r>
          </a:p>
          <a:p>
            <a:endParaRPr lang="en-SG"/>
          </a:p>
          <a:p>
            <a:r>
              <a:rPr lang="en-SG"/>
              <a:t>At low epsilon values, errors were concentrated between visually similar animal classes such as cat, dog, deer, and horse, indicating that FGSM amplified existing weak decision boundaries.</a:t>
            </a:r>
          </a:p>
          <a:p>
            <a:r>
              <a:rPr lang="en-SG"/>
              <a:t>At high epsilon values, the failure pattern shifted dramatically. Predictions from nearly all classes increasingly collapsed toward the bird class, showing a global attractor effect under strong perturbations.</a:t>
            </a:r>
          </a:p>
          <a:p>
            <a:endParaRPr lang="en-SG"/>
          </a:p>
          <a:p>
            <a:r>
              <a:rPr lang="en-SG"/>
              <a:t>This demonstrates that different attack strengths produce different failure geometries:</a:t>
            </a:r>
          </a:p>
          <a:p>
            <a:pPr marL="171450" indent="-171450">
              <a:buFont typeface="Arial" panose="020B0604020202020204" pitchFamily="34" charset="0"/>
              <a:buChar char="•"/>
            </a:pPr>
            <a:r>
              <a:rPr lang="en-SG"/>
              <a:t>low epsilon causes local semantic confusion,</a:t>
            </a:r>
          </a:p>
          <a:p>
            <a:pPr marL="171450" indent="-171450">
              <a:buFont typeface="Arial" panose="020B0604020202020204" pitchFamily="34" charset="0"/>
              <a:buChar char="•"/>
            </a:pPr>
            <a:r>
              <a:rPr lang="en-SG"/>
              <a:t>while high epsilon causes large-scale feature-space collapse.</a:t>
            </a:r>
          </a:p>
          <a:p>
            <a:endParaRPr lang="en-SG"/>
          </a:p>
          <a:p>
            <a:r>
              <a:rPr lang="en-SG"/>
              <a:t>These findings also suggest that predictable attractor behaviour could both create exploitable vulnerabilities and provide opportunities for deployment-time anomaly detection.</a:t>
            </a:r>
          </a:p>
          <a:p>
            <a:endParaRPr lang="en-SG"/>
          </a:p>
          <a:p>
            <a:r>
              <a:rPr lang="en-SG"/>
              <a:t>Confusion matrices were used to verify whether the attractor-class behaviour observed earlier reflected genuine prediction drift patterns rather than aggregate statistical artefacts.</a:t>
            </a:r>
          </a:p>
          <a:p>
            <a:endParaRPr lang="en-US"/>
          </a:p>
        </p:txBody>
      </p:sp>
      <p:sp>
        <p:nvSpPr>
          <p:cNvPr id="4" name="Slide Number Placeholder 3"/>
          <p:cNvSpPr>
            <a:spLocks noGrp="1"/>
          </p:cNvSpPr>
          <p:nvPr>
            <p:ph type="sldNum" sz="quarter" idx="5"/>
          </p:nvPr>
        </p:nvSpPr>
        <p:spPr/>
        <p:txBody>
          <a:bodyPr/>
          <a:lstStyle/>
          <a:p>
            <a:fld id="{38CD88CC-FFD6-43BC-A88E-3A51C578BD56}" type="slidenum">
              <a:rPr lang="en-US" altLang="en-US" smtClean="0"/>
              <a:pPr/>
              <a:t>19</a:t>
            </a:fld>
            <a:endParaRPr lang="en-US" altLang="en-US"/>
          </a:p>
        </p:txBody>
      </p:sp>
    </p:spTree>
    <p:extLst>
      <p:ext uri="{BB962C8B-B14F-4D97-AF65-F5344CB8AC3E}">
        <p14:creationId xmlns:p14="http://schemas.microsoft.com/office/powerpoint/2010/main" val="42660051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9CAFCD-2523-D0AA-5608-9AF2319331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C856F2-28E7-F8E8-1723-8EEA1B9025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DDE258-02A6-8E9A-69E7-580171668E9B}"/>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SG" sz="1200" b="1" kern="1200">
                <a:solidFill>
                  <a:schemeClr val="tx1"/>
                </a:solidFill>
                <a:effectLst/>
                <a:latin typeface="+mn-lt"/>
                <a:ea typeface="+mn-ea"/>
                <a:cs typeface="+mn-cs"/>
              </a:rPr>
              <a:t>Clean confidence is well-calibrated; under attack it is destroyed.</a:t>
            </a:r>
            <a:r>
              <a:rPr lang="en-SG" sz="1200" b="0" kern="1200">
                <a:solidFill>
                  <a:schemeClr val="tx1"/>
                </a:solidFill>
                <a:effectLst/>
                <a:latin typeface="+mn-lt"/>
                <a:ea typeface="+mn-ea"/>
                <a:cs typeface="+mn-cs"/>
              </a:rPr>
              <a: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SG" sz="1200" b="0" kern="1200">
                <a:solidFill>
                  <a:schemeClr val="tx1"/>
                </a:solidFill>
                <a:effectLst/>
                <a:latin typeface="+mn-lt"/>
                <a:ea typeface="+mn-ea"/>
                <a:cs typeface="+mn-cs"/>
              </a:rPr>
              <a:t>At </a:t>
            </a:r>
            <a:r>
              <a:rPr lang="en-SG" sz="1200" b="0" kern="1200" err="1">
                <a:solidFill>
                  <a:schemeClr val="tx1"/>
                </a:solidFill>
                <a:effectLst/>
                <a:latin typeface="+mn-lt"/>
                <a:ea typeface="+mn-ea"/>
                <a:cs typeface="+mn-cs"/>
              </a:rPr>
              <a:t>ε</a:t>
            </a:r>
            <a:r>
              <a:rPr lang="en-SG" sz="1200" b="0" kern="1200">
                <a:solidFill>
                  <a:schemeClr val="tx1"/>
                </a:solidFill>
                <a:effectLst/>
                <a:latin typeface="+mn-lt"/>
                <a:ea typeface="+mn-ea"/>
                <a:cs typeface="+mn-cs"/>
              </a:rPr>
              <a:t>=0.0, correct predictions have mean confidence 0.976 vs. 0.742 for incorrect.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SG" sz="1200" b="0" kern="1200">
                <a:solidFill>
                  <a:schemeClr val="tx1"/>
                </a:solidFill>
                <a:effectLst/>
                <a:latin typeface="+mn-lt"/>
                <a:ea typeface="+mn-ea"/>
                <a:cs typeface="+mn-cs"/>
              </a:rPr>
              <a:t>A 0.23 gap that makes confidence thresholding a usable safety signal.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SG" sz="1200" b="0" kern="1200">
                <a:solidFill>
                  <a:schemeClr val="tx1"/>
                </a:solidFill>
                <a:effectLst/>
                <a:latin typeface="+mn-lt"/>
                <a:ea typeface="+mn-ea"/>
                <a:cs typeface="+mn-cs"/>
              </a:rPr>
              <a:t>At </a:t>
            </a:r>
            <a:r>
              <a:rPr lang="en-SG" sz="1200" b="0" kern="1200" err="1">
                <a:solidFill>
                  <a:schemeClr val="tx1"/>
                </a:solidFill>
                <a:effectLst/>
                <a:latin typeface="+mn-lt"/>
                <a:ea typeface="+mn-ea"/>
                <a:cs typeface="+mn-cs"/>
              </a:rPr>
              <a:t>ε</a:t>
            </a:r>
            <a:r>
              <a:rPr lang="en-SG" sz="1200" b="0" kern="1200">
                <a:solidFill>
                  <a:schemeClr val="tx1"/>
                </a:solidFill>
                <a:effectLst/>
                <a:latin typeface="+mn-lt"/>
                <a:ea typeface="+mn-ea"/>
                <a:cs typeface="+mn-cs"/>
              </a:rPr>
              <a:t>=0.01, the gap collapses to </a:t>
            </a:r>
            <a:r>
              <a:rPr lang="en-SG" sz="1200" b="1" kern="1200">
                <a:solidFill>
                  <a:schemeClr val="tx1"/>
                </a:solidFill>
                <a:effectLst/>
                <a:latin typeface="+mn-lt"/>
                <a:ea typeface="+mn-ea"/>
                <a:cs typeface="+mn-cs"/>
              </a:rPr>
              <a:t>−0.021</a:t>
            </a:r>
            <a:r>
              <a:rPr lang="en-SG" sz="1200" b="0" kern="1200">
                <a:solidFill>
                  <a:schemeClr val="tx1"/>
                </a:solidFill>
                <a:effectLst/>
                <a:latin typeface="+mn-lt"/>
                <a:ea typeface="+mn-ea"/>
                <a:cs typeface="+mn-cs"/>
              </a:rPr>
              <a:t>, where incorrect predictions are </a:t>
            </a:r>
            <a:r>
              <a:rPr lang="en-SG" sz="1200" b="0" i="1" kern="1200">
                <a:solidFill>
                  <a:schemeClr val="tx1"/>
                </a:solidFill>
                <a:effectLst/>
                <a:latin typeface="+mn-lt"/>
                <a:ea typeface="+mn-ea"/>
                <a:cs typeface="+mn-cs"/>
              </a:rPr>
              <a:t>more</a:t>
            </a:r>
            <a:r>
              <a:rPr lang="en-SG" sz="1200" b="0" kern="1200">
                <a:solidFill>
                  <a:schemeClr val="tx1"/>
                </a:solidFill>
                <a:effectLst/>
                <a:latin typeface="+mn-lt"/>
                <a:ea typeface="+mn-ea"/>
                <a:cs typeface="+mn-cs"/>
              </a:rPr>
              <a:t> confident (mean 0.883) than correct ones (0.862).</a:t>
            </a:r>
          </a:p>
          <a:p>
            <a:endParaRPr lang="en-US"/>
          </a:p>
        </p:txBody>
      </p:sp>
      <p:sp>
        <p:nvSpPr>
          <p:cNvPr id="4" name="Slide Number Placeholder 3">
            <a:extLst>
              <a:ext uri="{FF2B5EF4-FFF2-40B4-BE49-F238E27FC236}">
                <a16:creationId xmlns:a16="http://schemas.microsoft.com/office/drawing/2014/main" id="{8AA787D9-249D-57EE-2EC4-7F867003C937}"/>
              </a:ext>
            </a:extLst>
          </p:cNvPr>
          <p:cNvSpPr>
            <a:spLocks noGrp="1"/>
          </p:cNvSpPr>
          <p:nvPr>
            <p:ph type="sldNum" sz="quarter" idx="5"/>
          </p:nvPr>
        </p:nvSpPr>
        <p:spPr/>
        <p:txBody>
          <a:bodyPr/>
          <a:lstStyle/>
          <a:p>
            <a:fld id="{38CD88CC-FFD6-43BC-A88E-3A51C578BD56}" type="slidenum">
              <a:rPr lang="en-US" altLang="en-US" smtClean="0"/>
              <a:pPr/>
              <a:t>20</a:t>
            </a:fld>
            <a:endParaRPr lang="en-US" altLang="en-US"/>
          </a:p>
        </p:txBody>
      </p:sp>
    </p:spTree>
    <p:extLst>
      <p:ext uri="{BB962C8B-B14F-4D97-AF65-F5344CB8AC3E}">
        <p14:creationId xmlns:p14="http://schemas.microsoft.com/office/powerpoint/2010/main" val="40503329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308F7-7E8E-6938-9A40-1A63D5ADEF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05BF95-2806-ED30-F9DA-D31A3CCD1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4A72DA-3749-34C2-4AD4-742DAFAA9B70}"/>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SG" sz="1200" b="1" kern="1200">
                <a:solidFill>
                  <a:schemeClr val="tx1"/>
                </a:solidFill>
                <a:effectLst/>
                <a:latin typeface="+mn-lt"/>
                <a:ea typeface="+mn-ea"/>
                <a:cs typeface="+mn-cs"/>
              </a:rPr>
              <a:t>The cliff inversion is a structural consequence of FGSM.</a:t>
            </a:r>
            <a:r>
              <a:rPr lang="en-SG" sz="1200" b="0" kern="1200">
                <a:solidFill>
                  <a:schemeClr val="tx1"/>
                </a:solidFill>
                <a:effectLst/>
                <a:latin typeface="+mn-lt"/>
                <a:ea typeface="+mn-ea"/>
                <a:cs typeface="+mn-cs"/>
              </a:rPr>
              <a: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SG" sz="1200" b="0" kern="1200">
                <a:solidFill>
                  <a:schemeClr val="tx1"/>
                </a:solidFill>
                <a:effectLst/>
                <a:latin typeface="+mn-lt"/>
                <a:ea typeface="+mn-ea"/>
                <a:cs typeface="+mn-cs"/>
              </a:rPr>
              <a:t>Cross-entropy loss is maximised by high-confidence wrong predictions; FGSM optimises for exactly this. Any standard classifier under FGSM at the cliff regime will exhibit similar confidence inversion. It is not a quirk of this model.</a:t>
            </a:r>
          </a:p>
          <a:p>
            <a:endParaRPr lang="en-US"/>
          </a:p>
        </p:txBody>
      </p:sp>
      <p:sp>
        <p:nvSpPr>
          <p:cNvPr id="4" name="Slide Number Placeholder 3">
            <a:extLst>
              <a:ext uri="{FF2B5EF4-FFF2-40B4-BE49-F238E27FC236}">
                <a16:creationId xmlns:a16="http://schemas.microsoft.com/office/drawing/2014/main" id="{5FDA2D37-53FF-BB8D-80C3-7CE30BFB17E1}"/>
              </a:ext>
            </a:extLst>
          </p:cNvPr>
          <p:cNvSpPr>
            <a:spLocks noGrp="1"/>
          </p:cNvSpPr>
          <p:nvPr>
            <p:ph type="sldNum" sz="quarter" idx="5"/>
          </p:nvPr>
        </p:nvSpPr>
        <p:spPr/>
        <p:txBody>
          <a:bodyPr/>
          <a:lstStyle/>
          <a:p>
            <a:fld id="{38CD88CC-FFD6-43BC-A88E-3A51C578BD56}" type="slidenum">
              <a:rPr lang="en-US" altLang="en-US" smtClean="0"/>
              <a:pPr/>
              <a:t>21</a:t>
            </a:fld>
            <a:endParaRPr lang="en-US" altLang="en-US"/>
          </a:p>
        </p:txBody>
      </p:sp>
    </p:spTree>
    <p:extLst>
      <p:ext uri="{BB962C8B-B14F-4D97-AF65-F5344CB8AC3E}">
        <p14:creationId xmlns:p14="http://schemas.microsoft.com/office/powerpoint/2010/main" val="13217800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E2DC5-EAE8-6499-588F-E5BC8C5D2E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F35103-B705-1B9E-B4ED-2BCF444471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DE2789-5E69-49EC-8D73-4D0E706EFD6D}"/>
              </a:ext>
            </a:extLst>
          </p:cNvPr>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SG" sz="1200" b="1" kern="1200">
                <a:solidFill>
                  <a:schemeClr val="tx1"/>
                </a:solidFill>
                <a:effectLst/>
                <a:latin typeface="+mn-lt"/>
                <a:ea typeface="+mn-ea"/>
                <a:cs typeface="+mn-cs"/>
              </a:rPr>
              <a:t>Attractor predictions are made with the highest confidence.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SG" sz="1200" b="0" kern="1200">
                <a:solidFill>
                  <a:schemeClr val="tx1"/>
                </a:solidFill>
                <a:effectLst/>
                <a:latin typeface="+mn-lt"/>
                <a:ea typeface="+mn-ea"/>
                <a:cs typeface="+mn-cs"/>
              </a:rPr>
              <a:t>At </a:t>
            </a:r>
            <a:r>
              <a:rPr lang="en-SG" sz="1200" b="0" kern="1200" err="1">
                <a:solidFill>
                  <a:schemeClr val="tx1"/>
                </a:solidFill>
                <a:effectLst/>
                <a:latin typeface="+mn-lt"/>
                <a:ea typeface="+mn-ea"/>
                <a:cs typeface="+mn-cs"/>
              </a:rPr>
              <a:t>ε</a:t>
            </a:r>
            <a:r>
              <a:rPr lang="en-SG" sz="1200" b="0" kern="1200">
                <a:solidFill>
                  <a:schemeClr val="tx1"/>
                </a:solidFill>
                <a:effectLst/>
                <a:latin typeface="+mn-lt"/>
                <a:ea typeface="+mn-ea"/>
                <a:cs typeface="+mn-cs"/>
              </a:rPr>
              <a:t>=0.01, dog predictions average 0.896 confidence (16% precision) and cat 0.892 (10% precision), versus 0.71 for non-attractor predictions. The model collapses into the attractors </a:t>
            </a:r>
            <a:r>
              <a:rPr lang="en-SG" sz="1200" b="0" i="1" kern="1200">
                <a:solidFill>
                  <a:schemeClr val="tx1"/>
                </a:solidFill>
                <a:effectLst/>
                <a:latin typeface="+mn-lt"/>
                <a:ea typeface="+mn-ea"/>
                <a:cs typeface="+mn-cs"/>
              </a:rPr>
              <a:t>*confidently*</a:t>
            </a:r>
            <a:r>
              <a:rPr lang="en-SG" sz="1200" b="0" kern="1200">
                <a:solidFill>
                  <a:schemeClr val="tx1"/>
                </a:solidFill>
                <a:effectLst/>
                <a:latin typeface="+mn-lt"/>
                <a:ea typeface="+mn-ea"/>
                <a:cs typeface="+mn-cs"/>
              </a:rPr>
              <a:t> — exactly when it is most wrong.</a:t>
            </a:r>
          </a:p>
          <a:p>
            <a:endParaRPr lang="en-US"/>
          </a:p>
          <a:p>
            <a:r>
              <a:rPr lang="en-US"/>
              <a:t>This </a:t>
            </a:r>
            <a:r>
              <a:rPr lang="en-US" err="1"/>
              <a:t>behaviour</a:t>
            </a:r>
            <a:r>
              <a:rPr lang="en-US"/>
              <a:t> is particularly dangerous in deployment because confidence-based filtering or human review systems may incorrectly trust highly confident adversarial outputs.</a:t>
            </a:r>
          </a:p>
        </p:txBody>
      </p:sp>
      <p:sp>
        <p:nvSpPr>
          <p:cNvPr id="4" name="Slide Number Placeholder 3">
            <a:extLst>
              <a:ext uri="{FF2B5EF4-FFF2-40B4-BE49-F238E27FC236}">
                <a16:creationId xmlns:a16="http://schemas.microsoft.com/office/drawing/2014/main" id="{16D8E76E-2666-18F4-CA8F-C3F7EFD09CC0}"/>
              </a:ext>
            </a:extLst>
          </p:cNvPr>
          <p:cNvSpPr>
            <a:spLocks noGrp="1"/>
          </p:cNvSpPr>
          <p:nvPr>
            <p:ph type="sldNum" sz="quarter" idx="5"/>
          </p:nvPr>
        </p:nvSpPr>
        <p:spPr/>
        <p:txBody>
          <a:bodyPr/>
          <a:lstStyle/>
          <a:p>
            <a:fld id="{38CD88CC-FFD6-43BC-A88E-3A51C578BD56}" type="slidenum">
              <a:rPr lang="en-US" altLang="en-US" smtClean="0"/>
              <a:pPr/>
              <a:t>22</a:t>
            </a:fld>
            <a:endParaRPr lang="en-US" altLang="en-US"/>
          </a:p>
        </p:txBody>
      </p:sp>
    </p:spTree>
    <p:extLst>
      <p:ext uri="{BB962C8B-B14F-4D97-AF65-F5344CB8AC3E}">
        <p14:creationId xmlns:p14="http://schemas.microsoft.com/office/powerpoint/2010/main" val="18521913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Training loss dropped from 1.53 to 0.10 within the first epoch and settled around 0.01-0.05 by epochs 3-5. By epoch 3, the model had essentially converged, any additional epochs yielded little benefit</a:t>
            </a:r>
          </a:p>
          <a:p>
            <a:endParaRPr lang="en-US"/>
          </a:p>
          <a:p>
            <a:r>
              <a:rPr lang="en-US"/>
              <a:t>Final Results</a:t>
            </a:r>
          </a:p>
          <a:p>
            <a:r>
              <a:rPr lang="en-US"/>
              <a:t>Training Accuracy  99.25%</a:t>
            </a:r>
          </a:p>
          <a:p>
            <a:r>
              <a:rPr lang="en-US"/>
              <a:t>Test Accuracy 96.49%</a:t>
            </a:r>
          </a:p>
          <a:p>
            <a:r>
              <a:rPr lang="en-US"/>
              <a:t>Generalization 2.76 pp</a:t>
            </a:r>
          </a:p>
          <a:p>
            <a:endParaRPr lang="en-US"/>
          </a:p>
          <a:p>
            <a:r>
              <a:rPr lang="en-US"/>
              <a:t>Model generalized well to the MNIST digits instead of memorizing,  given that we froze most of the backbone and only fine-tuned layer 4 + head (~15M parameters out of 23.5M)- this limits the model’s capacity to overfit</a:t>
            </a:r>
          </a:p>
          <a:p>
            <a:endParaRPr lang="en-US"/>
          </a:p>
        </p:txBody>
      </p:sp>
      <p:sp>
        <p:nvSpPr>
          <p:cNvPr id="4" name="Slide Number Placeholder 3"/>
          <p:cNvSpPr>
            <a:spLocks noGrp="1"/>
          </p:cNvSpPr>
          <p:nvPr>
            <p:ph type="sldNum" sz="quarter" idx="5"/>
          </p:nvPr>
        </p:nvSpPr>
        <p:spPr/>
        <p:txBody>
          <a:bodyPr/>
          <a:lstStyle/>
          <a:p>
            <a:fld id="{38CD88CC-FFD6-43BC-A88E-3A51C578BD56}" type="slidenum">
              <a:rPr lang="en-US" altLang="en-US" smtClean="0"/>
              <a:pPr/>
              <a:t>24</a:t>
            </a:fld>
            <a:endParaRPr lang="en-US" altLang="en-US"/>
          </a:p>
        </p:txBody>
      </p:sp>
    </p:spTree>
    <p:extLst>
      <p:ext uri="{BB962C8B-B14F-4D97-AF65-F5344CB8AC3E}">
        <p14:creationId xmlns:p14="http://schemas.microsoft.com/office/powerpoint/2010/main" val="22486485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As the value of epsilon was varied incrementally from 0.01 onwards, the adversarial noise in the image became more perceptible to the human eye. At e=0.01, accuracy dropped to 64.3%, while the best adversarial</a:t>
            </a:r>
          </a:p>
        </p:txBody>
      </p:sp>
      <p:sp>
        <p:nvSpPr>
          <p:cNvPr id="4" name="Slide Number Placeholder 3"/>
          <p:cNvSpPr>
            <a:spLocks noGrp="1"/>
          </p:cNvSpPr>
          <p:nvPr>
            <p:ph type="sldNum" sz="quarter" idx="5"/>
          </p:nvPr>
        </p:nvSpPr>
        <p:spPr/>
        <p:txBody>
          <a:bodyPr/>
          <a:lstStyle/>
          <a:p>
            <a:fld id="{38CD88CC-FFD6-43BC-A88E-3A51C578BD56}" type="slidenum">
              <a:rPr lang="en-US" altLang="en-US" smtClean="0"/>
              <a:pPr/>
              <a:t>26</a:t>
            </a:fld>
            <a:endParaRPr lang="en-US" altLang="en-US"/>
          </a:p>
        </p:txBody>
      </p:sp>
    </p:spTree>
    <p:extLst>
      <p:ext uri="{BB962C8B-B14F-4D97-AF65-F5344CB8AC3E}">
        <p14:creationId xmlns:p14="http://schemas.microsoft.com/office/powerpoint/2010/main" val="11454796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t>At epsilon=0.01, the model has partially degraded from accuracy of 96.49% to 64.3% . Visually, this attack is the most imperceptible to the human eye.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t>At epsilon=0.03, the model has completely degraded to &lt;10% accuracy (9.7%). At this epsilon, the model is essentially guessing the digit class. Visually, this attack also remains imperceptible, yet this is also the curve floor, further epsilon variations beyond 0.03 do not degrade the accuracy further- flattening ~ 8%</a:t>
            </a:r>
          </a:p>
        </p:txBody>
      </p:sp>
      <p:sp>
        <p:nvSpPr>
          <p:cNvPr id="4" name="Slide Number Placeholder 3"/>
          <p:cNvSpPr>
            <a:spLocks noGrp="1"/>
          </p:cNvSpPr>
          <p:nvPr>
            <p:ph type="sldNum" sz="quarter" idx="5"/>
          </p:nvPr>
        </p:nvSpPr>
        <p:spPr/>
        <p:txBody>
          <a:bodyPr/>
          <a:lstStyle/>
          <a:p>
            <a:fld id="{38CD88CC-FFD6-43BC-A88E-3A51C578BD56}" type="slidenum">
              <a:rPr lang="en-US" altLang="en-US" smtClean="0"/>
              <a:pPr/>
              <a:t>27</a:t>
            </a:fld>
            <a:endParaRPr lang="en-US" altLang="en-US"/>
          </a:p>
        </p:txBody>
      </p:sp>
    </p:spTree>
    <p:extLst>
      <p:ext uri="{BB962C8B-B14F-4D97-AF65-F5344CB8AC3E}">
        <p14:creationId xmlns:p14="http://schemas.microsoft.com/office/powerpoint/2010/main" val="32809060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u="sng"/>
              <a:t>Analysis</a:t>
            </a:r>
          </a:p>
          <a:p>
            <a:pPr marL="228600" indent="-228600">
              <a:buAutoNum type="alphaLcParenR"/>
            </a:pPr>
            <a:r>
              <a:rPr lang="en-US"/>
              <a:t>At e=0.01, average accuracy 64.3%, but with varying accuracy per digit.  Structurally distinct digits like 3 and 0 resist adversarial attack and maintain accuracy at 97.2% and 85.9% respectively. Digit 1 is most affected with the adversarial attack given single stroke pattern, a slight gradient-nudge pushes it across a boundary to visually similar classes like 7,2. </a:t>
            </a:r>
          </a:p>
          <a:p>
            <a:pPr marL="228600" indent="-228600">
              <a:buAutoNum type="alphaLcParenR"/>
            </a:pPr>
            <a:r>
              <a:rPr lang="en-US"/>
              <a:t>At e=0.03, most digits are sub 20% accuracy, digits 9 and 6 are already at 0%. Only digit 5 retains some accuracy (34.5%) – but that’s attributed to a herding effect of other misclassifications converging (see c)</a:t>
            </a:r>
          </a:p>
          <a:p>
            <a:pPr marL="228600" indent="-228600">
              <a:buAutoNum type="alphaLcParenR"/>
            </a:pPr>
            <a:r>
              <a:rPr lang="en-US"/>
              <a:t>Beyond e=0.03, while the aggregated accuracy is flat, the per-class accuracy shows two striking behaviors:</a:t>
            </a:r>
            <a:br>
              <a:rPr lang="en-US"/>
            </a:br>
            <a:r>
              <a:rPr lang="en-US" err="1"/>
              <a:t>i</a:t>
            </a:r>
            <a:r>
              <a:rPr lang="en-US"/>
              <a:t>) Digits 5 and 7 retain/increase in accuracy (34.5% and 45.5% respectively) as more adversarial noise is added. This is not a signal of robustness yet this is because the attack herds the whole dataset to these digits. The heatmap is plotting recall, and recall(7) rises because the model now predicts "7" for almost everything, it also predicts "7" for most of the actual 7s. Likewise for 5. Precision on the other hand is low since most of these 5s and 7s are not true positives.</a:t>
            </a:r>
          </a:p>
          <a:p>
            <a:pPr marL="228600" indent="-228600">
              <a:buAutoNum type="alphaLcParenR"/>
            </a:pPr>
            <a:endParaRPr lang="en-US"/>
          </a:p>
        </p:txBody>
      </p:sp>
      <p:sp>
        <p:nvSpPr>
          <p:cNvPr id="4" name="Slide Number Placeholder 3"/>
          <p:cNvSpPr>
            <a:spLocks noGrp="1"/>
          </p:cNvSpPr>
          <p:nvPr>
            <p:ph type="sldNum" sz="quarter" idx="5"/>
          </p:nvPr>
        </p:nvSpPr>
        <p:spPr/>
        <p:txBody>
          <a:bodyPr/>
          <a:lstStyle/>
          <a:p>
            <a:fld id="{38CD88CC-FFD6-43BC-A88E-3A51C578BD56}" type="slidenum">
              <a:rPr lang="en-US" altLang="en-US" smtClean="0"/>
              <a:pPr/>
              <a:t>28</a:t>
            </a:fld>
            <a:endParaRPr lang="en-US" altLang="en-US"/>
          </a:p>
        </p:txBody>
      </p:sp>
    </p:spTree>
    <p:extLst>
      <p:ext uri="{BB962C8B-B14F-4D97-AF65-F5344CB8AC3E}">
        <p14:creationId xmlns:p14="http://schemas.microsoft.com/office/powerpoint/2010/main" val="6877364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573FB6-33B2-7841-D04F-CFACADBA77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936D09-5CD7-5243-8542-BE5BD6D8F6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DE98E6-F5CF-C5AA-CFDC-D54E4E87E555}"/>
              </a:ext>
            </a:extLst>
          </p:cNvPr>
          <p:cNvSpPr>
            <a:spLocks noGrp="1"/>
          </p:cNvSpPr>
          <p:nvPr>
            <p:ph type="body" idx="1"/>
          </p:nvPr>
        </p:nvSpPr>
        <p:spPr/>
        <p:txBody>
          <a:bodyPr/>
          <a:lstStyle/>
          <a:p>
            <a:r>
              <a:rPr lang="en-US" u="sng"/>
              <a:t>Analysis</a:t>
            </a:r>
          </a:p>
          <a:p>
            <a:pPr marL="228600" indent="-228600">
              <a:buAutoNum type="alphaLcParenR"/>
            </a:pPr>
            <a:r>
              <a:rPr lang="en-US"/>
              <a:t>At e=0.01, average accuracy 64.3%, but with varying accuracy per digit.  Structurally distinct digits like 3 and 0 resist adversarial attack and maintain accuracy at 97.2% and 85.9% respectively. Digit 1 is most affected with the adversarial attack given single stroke pattern, a slight gradient-nudge pushes it across a boundary to visually similar classes like 7,2. </a:t>
            </a:r>
          </a:p>
          <a:p>
            <a:pPr marL="228600" indent="-228600">
              <a:buAutoNum type="alphaLcParenR"/>
            </a:pPr>
            <a:r>
              <a:rPr lang="en-US"/>
              <a:t>At e=0.03, most digits are sub 20% accuracy, digits 9 and 6 are already at 0%. Only digit 5 retains some accuracy (34.5%) – but that’s attributed to a herding effect of other misclassifications converging (see c)</a:t>
            </a:r>
          </a:p>
          <a:p>
            <a:pPr marL="228600" indent="-228600">
              <a:buAutoNum type="alphaLcParenR"/>
            </a:pPr>
            <a:r>
              <a:rPr lang="en-US"/>
              <a:t>Beyond e=0.03, while the aggregated accuracy is flat, the per-class accuracy shows two striking behaviors. (</a:t>
            </a:r>
            <a:r>
              <a:rPr lang="en-US" err="1"/>
              <a:t>i</a:t>
            </a:r>
            <a:r>
              <a:rPr lang="en-US"/>
              <a:t>) Most of the digits fall to 0% accuracy  (ii) Digits 5 and 7 retain/increase in accuracy (34.5% and 45.5% respectively) as more adversarial noise is added. This is not a signal of robustness yet this is because the attack herds the whole dataset to these digits (Attractor classes). The heatmap is plotting recall, and recall(7) rises because the model now predicts "7" for almost everything, it also predicts "7" for most of the actual 7s. Likewise for 5. Precision on the other hand is low since most of these 5s and 7s are not true positives.</a:t>
            </a:r>
          </a:p>
          <a:p>
            <a:pPr marL="228600" indent="-228600">
              <a:buAutoNum type="alphaLcParenR"/>
            </a:pPr>
            <a:endParaRPr lang="en-US"/>
          </a:p>
        </p:txBody>
      </p:sp>
      <p:sp>
        <p:nvSpPr>
          <p:cNvPr id="4" name="Slide Number Placeholder 3">
            <a:extLst>
              <a:ext uri="{FF2B5EF4-FFF2-40B4-BE49-F238E27FC236}">
                <a16:creationId xmlns:a16="http://schemas.microsoft.com/office/drawing/2014/main" id="{9395E9C7-5C33-0973-E5D5-383EE808545B}"/>
              </a:ext>
            </a:extLst>
          </p:cNvPr>
          <p:cNvSpPr>
            <a:spLocks noGrp="1"/>
          </p:cNvSpPr>
          <p:nvPr>
            <p:ph type="sldNum" sz="quarter" idx="5"/>
          </p:nvPr>
        </p:nvSpPr>
        <p:spPr/>
        <p:txBody>
          <a:bodyPr/>
          <a:lstStyle/>
          <a:p>
            <a:fld id="{38CD88CC-FFD6-43BC-A88E-3A51C578BD56}" type="slidenum">
              <a:rPr lang="en-US" altLang="en-US" smtClean="0"/>
              <a:pPr/>
              <a:t>29</a:t>
            </a:fld>
            <a:endParaRPr lang="en-US" altLang="en-US"/>
          </a:p>
        </p:txBody>
      </p:sp>
    </p:spTree>
    <p:extLst>
      <p:ext uri="{BB962C8B-B14F-4D97-AF65-F5344CB8AC3E}">
        <p14:creationId xmlns:p14="http://schemas.microsoft.com/office/powerpoint/2010/main" val="28660760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1. Confidence always between 74-100%, the model is always confident — even when its accuracy is ~8%</a:t>
            </a:r>
          </a:p>
          <a:p>
            <a:r>
              <a:rPr lang="en-US"/>
              <a:t>2. The confidence gap vanishes at e=0.03, then inverts. This implies that beyond e=0.03, the model’s incorrect predictions have a higher confidence than correct predictions. </a:t>
            </a:r>
          </a:p>
          <a:p>
            <a:r>
              <a:rPr lang="en-US"/>
              <a:t>3. At extreme </a:t>
            </a:r>
            <a:r>
              <a:rPr lang="el-GR"/>
              <a:t>ε</a:t>
            </a:r>
            <a:r>
              <a:rPr lang="en-US"/>
              <a:t>=0.3, </a:t>
            </a:r>
            <a:r>
              <a:rPr lang="el-GR"/>
              <a:t> </a:t>
            </a:r>
            <a:r>
              <a:rPr lang="en-US"/>
              <a:t>the model is ~99% confident and ~92% wrong. This is the worst possible combination for a confidence-threshold defense against adversarial attack</a:t>
            </a:r>
          </a:p>
        </p:txBody>
      </p:sp>
      <p:sp>
        <p:nvSpPr>
          <p:cNvPr id="4" name="Slide Number Placeholder 3"/>
          <p:cNvSpPr>
            <a:spLocks noGrp="1"/>
          </p:cNvSpPr>
          <p:nvPr>
            <p:ph type="sldNum" sz="quarter" idx="5"/>
          </p:nvPr>
        </p:nvSpPr>
        <p:spPr/>
        <p:txBody>
          <a:bodyPr/>
          <a:lstStyle/>
          <a:p>
            <a:fld id="{38CD88CC-FFD6-43BC-A88E-3A51C578BD56}" type="slidenum">
              <a:rPr lang="en-US" altLang="en-US" smtClean="0"/>
              <a:pPr/>
              <a:t>30</a:t>
            </a:fld>
            <a:endParaRPr lang="en-US" altLang="en-US"/>
          </a:p>
        </p:txBody>
      </p:sp>
    </p:spTree>
    <p:extLst>
      <p:ext uri="{BB962C8B-B14F-4D97-AF65-F5344CB8AC3E}">
        <p14:creationId xmlns:p14="http://schemas.microsoft.com/office/powerpoint/2010/main" val="28022039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SG"/>
              <a:t>Our findings demonstrate that high clean accuracy alone is insufficient for trustworthy AI deployment. Under adversarial perturbation, the model failed confidently, predictably, and in exploitable ways.</a:t>
            </a:r>
            <a:br>
              <a:rPr lang="en-SG"/>
            </a:br>
            <a:endParaRPr lang="en-SG"/>
          </a:p>
          <a:p>
            <a:r>
              <a:rPr lang="en-SG"/>
              <a:t>From a technical perspective, this reinforces the need for robustness testing, red teaming, and behavioural monitoring throughout the deployment lifecycle.</a:t>
            </a:r>
            <a:br>
              <a:rPr lang="en-SG"/>
            </a:br>
            <a:endParaRPr lang="en-SG"/>
          </a:p>
          <a:p>
            <a:r>
              <a:rPr lang="en-SG"/>
              <a:t>From an ethical and governance perspective, adversarial vulnerabilities may threaten safety, erode public trust, and expose organisations to accountability risks in high-stakes AI systems such as autonomous vehicles, healthcare, and facial recognition.</a:t>
            </a:r>
            <a:br>
              <a:rPr lang="en-SG"/>
            </a:br>
            <a:endParaRPr lang="en-SG"/>
          </a:p>
          <a:p>
            <a:r>
              <a:rPr lang="en-SG"/>
              <a:t>Trustworthy AI therefore requires not only performance, but also robustness, transparency, accountability, and continuous security evaluation.</a:t>
            </a:r>
          </a:p>
          <a:p>
            <a:endParaRPr lang="en-SG" sz="1200" b="0" i="0" kern="120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fld id="{38CD88CC-FFD6-43BC-A88E-3A51C578BD56}" type="slidenum">
              <a:rPr lang="en-US" altLang="en-US" smtClean="0"/>
              <a:pPr/>
              <a:t>32</a:t>
            </a:fld>
            <a:endParaRPr lang="en-US" altLang="en-US"/>
          </a:p>
        </p:txBody>
      </p:sp>
    </p:spTree>
    <p:extLst>
      <p:ext uri="{BB962C8B-B14F-4D97-AF65-F5344CB8AC3E}">
        <p14:creationId xmlns:p14="http://schemas.microsoft.com/office/powerpoint/2010/main" val="27839633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A93A4-3D06-8A9A-16B3-8D6BC2D3B4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329657-657A-E049-57BB-B89E1F58FD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A0958F-B9FF-312D-2084-E7732BAB7A9F}"/>
              </a:ext>
            </a:extLst>
          </p:cNvPr>
          <p:cNvSpPr>
            <a:spLocks noGrp="1"/>
          </p:cNvSpPr>
          <p:nvPr>
            <p:ph type="body" idx="1"/>
          </p:nvPr>
        </p:nvSpPr>
        <p:spPr/>
        <p:txBody>
          <a:bodyPr/>
          <a:lstStyle/>
          <a:p>
            <a:r>
              <a:rPr lang="en-SG" sz="1200" b="0" i="0" kern="1200">
                <a:solidFill>
                  <a:schemeClr val="tx1"/>
                </a:solidFill>
                <a:effectLst/>
                <a:latin typeface="+mn-lt"/>
                <a:ea typeface="+mn-ea"/>
                <a:cs typeface="+mn-cs"/>
              </a:rPr>
              <a:t>To conclude, our experiments demonstrated that the pretrained ResNet-18 model achieved strong clean accuracy on the CIFAR-10 dataset.</a:t>
            </a:r>
          </a:p>
          <a:p>
            <a:endParaRPr lang="en-SG" sz="1200" b="0" i="0" kern="1200">
              <a:solidFill>
                <a:schemeClr val="tx1"/>
              </a:solidFill>
              <a:effectLst/>
              <a:latin typeface="+mn-lt"/>
              <a:ea typeface="+mn-ea"/>
              <a:cs typeface="+mn-cs"/>
            </a:endParaRPr>
          </a:p>
          <a:p>
            <a:r>
              <a:rPr lang="en-SG" sz="1200" b="0" i="0" kern="1200">
                <a:solidFill>
                  <a:schemeClr val="tx1"/>
                </a:solidFill>
                <a:effectLst/>
                <a:latin typeface="+mn-lt"/>
                <a:ea typeface="+mn-ea"/>
                <a:cs typeface="+mn-cs"/>
              </a:rPr>
              <a:t>However, the FGSM adversarial attack significantly degraded model performance as epsilon increased.  We also observed that adversarial vulnerability varied across image classes and that confidence alone was not a reliable indicator of correctness.</a:t>
            </a:r>
          </a:p>
          <a:p>
            <a:endParaRPr lang="en-SG" sz="1200" b="0" i="0" kern="1200">
              <a:solidFill>
                <a:schemeClr val="tx1"/>
              </a:solidFill>
              <a:effectLst/>
              <a:latin typeface="+mn-lt"/>
              <a:ea typeface="+mn-ea"/>
              <a:cs typeface="+mn-cs"/>
            </a:endParaRPr>
          </a:p>
          <a:p>
            <a:r>
              <a:rPr lang="en-SG" sz="1200" b="0" i="0" kern="1200">
                <a:solidFill>
                  <a:schemeClr val="tx1"/>
                </a:solidFill>
                <a:effectLst/>
                <a:latin typeface="+mn-lt"/>
                <a:ea typeface="+mn-ea"/>
                <a:cs typeface="+mn-cs"/>
              </a:rPr>
              <a:t>These findings reinforce an important principle of Trustworthy AI.</a:t>
            </a:r>
          </a:p>
          <a:p>
            <a:endParaRPr lang="en-SG" sz="1200" b="0" i="0" kern="1200">
              <a:solidFill>
                <a:schemeClr val="tx1"/>
              </a:solidFill>
              <a:effectLst/>
              <a:latin typeface="+mn-lt"/>
              <a:ea typeface="+mn-ea"/>
              <a:cs typeface="+mn-cs"/>
            </a:endParaRPr>
          </a:p>
          <a:p>
            <a:r>
              <a:rPr lang="en-SG" sz="1200" b="0" i="0" kern="1200">
                <a:solidFill>
                  <a:schemeClr val="tx1"/>
                </a:solidFill>
                <a:effectLst/>
                <a:latin typeface="+mn-lt"/>
                <a:ea typeface="+mn-ea"/>
                <a:cs typeface="+mn-cs"/>
              </a:rPr>
              <a:t>A model that performs well under ideal conditions may still behave unpredictably under adversarial manipulation. Therefore, trustworthy deployment requires more than benchmark accuracy.  It requires robustness evaluation, security testing, explainability, governance, and continuous monitoring. Ultimately, this lab demonstrates why adversarial robustness is an essential component of responsible AI deployment.”</a:t>
            </a:r>
          </a:p>
        </p:txBody>
      </p:sp>
      <p:sp>
        <p:nvSpPr>
          <p:cNvPr id="4" name="Slide Number Placeholder 3">
            <a:extLst>
              <a:ext uri="{FF2B5EF4-FFF2-40B4-BE49-F238E27FC236}">
                <a16:creationId xmlns:a16="http://schemas.microsoft.com/office/drawing/2014/main" id="{9783C775-B0D0-3C60-856E-6644DC6E1DB8}"/>
              </a:ext>
            </a:extLst>
          </p:cNvPr>
          <p:cNvSpPr>
            <a:spLocks noGrp="1"/>
          </p:cNvSpPr>
          <p:nvPr>
            <p:ph type="sldNum" sz="quarter" idx="5"/>
          </p:nvPr>
        </p:nvSpPr>
        <p:spPr/>
        <p:txBody>
          <a:bodyPr/>
          <a:lstStyle/>
          <a:p>
            <a:fld id="{38CD88CC-FFD6-43BC-A88E-3A51C578BD56}" type="slidenum">
              <a:rPr lang="en-US" altLang="en-US" smtClean="0"/>
              <a:pPr/>
              <a:t>33</a:t>
            </a:fld>
            <a:endParaRPr lang="en-US" altLang="en-US"/>
          </a:p>
        </p:txBody>
      </p:sp>
    </p:spTree>
    <p:extLst>
      <p:ext uri="{BB962C8B-B14F-4D97-AF65-F5344CB8AC3E}">
        <p14:creationId xmlns:p14="http://schemas.microsoft.com/office/powerpoint/2010/main" val="4083167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B3B9C-1D4B-DB04-84BB-A52B7C11BB26}"/>
              </a:ext>
            </a:extLst>
          </p:cNvPr>
          <p:cNvSpPr>
            <a:spLocks noGrp="1"/>
          </p:cNvSpPr>
          <p:nvPr>
            <p:ph type="ctrTitle"/>
          </p:nvPr>
        </p:nvSpPr>
        <p:spPr>
          <a:xfrm>
            <a:off x="1143000" y="1122363"/>
            <a:ext cx="6858000" cy="2387600"/>
          </a:xfrm>
        </p:spPr>
        <p:txBody>
          <a:bodyPr anchor="b"/>
          <a:lstStyle>
            <a:lvl1pPr algn="ctr">
              <a:defRPr sz="4500"/>
            </a:lvl1pPr>
          </a:lstStyle>
          <a:p>
            <a:r>
              <a:rPr lang="en-GB"/>
              <a:t>Click to edit Master title style</a:t>
            </a:r>
            <a:endParaRPr lang="en-US"/>
          </a:p>
        </p:txBody>
      </p:sp>
      <p:sp>
        <p:nvSpPr>
          <p:cNvPr id="3" name="Subtitle 2">
            <a:extLst>
              <a:ext uri="{FF2B5EF4-FFF2-40B4-BE49-F238E27FC236}">
                <a16:creationId xmlns:a16="http://schemas.microsoft.com/office/drawing/2014/main" id="{E59E3E5F-8F6A-DAC1-237C-AB0562B20F7C}"/>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7F067B6-3141-31CA-16CA-0328D0BF1592}"/>
              </a:ext>
            </a:extLst>
          </p:cNvPr>
          <p:cNvSpPr>
            <a:spLocks noGrp="1"/>
          </p:cNvSpPr>
          <p:nvPr>
            <p:ph type="dt" sz="half" idx="10"/>
          </p:nvPr>
        </p:nvSpPr>
        <p:spPr/>
        <p:txBody>
          <a:bodyPr/>
          <a:lstStyle/>
          <a:p>
            <a:pPr>
              <a:defRPr/>
            </a:pPr>
            <a:fld id="{A4E2E58B-0D08-4462-A4C0-4ED0EDDC8FE3}" type="datetime1">
              <a:rPr lang="en-US" smtClean="0"/>
              <a:t>5/26/2026</a:t>
            </a:fld>
            <a:endParaRPr lang="en-US"/>
          </a:p>
        </p:txBody>
      </p:sp>
      <p:sp>
        <p:nvSpPr>
          <p:cNvPr id="5" name="Footer Placeholder 4">
            <a:extLst>
              <a:ext uri="{FF2B5EF4-FFF2-40B4-BE49-F238E27FC236}">
                <a16:creationId xmlns:a16="http://schemas.microsoft.com/office/drawing/2014/main" id="{E9FAA4E6-6178-AE9F-ED61-9B0A393237EE}"/>
              </a:ext>
            </a:extLst>
          </p:cNvPr>
          <p:cNvSpPr>
            <a:spLocks noGrp="1"/>
          </p:cNvSpPr>
          <p:nvPr>
            <p:ph type="ftr" sz="quarter" idx="11"/>
          </p:nvPr>
        </p:nvSpPr>
        <p:spPr/>
        <p:txBody>
          <a:bodyPr/>
          <a:lstStyle/>
          <a:p>
            <a:pPr>
              <a:defRPr/>
            </a:pPr>
            <a:r>
              <a:rPr lang="en-US"/>
              <a:t>AI usage declaration for this slide: &lt;We used AI for xyz and human input for abc&gt;</a:t>
            </a:r>
          </a:p>
        </p:txBody>
      </p:sp>
      <p:sp>
        <p:nvSpPr>
          <p:cNvPr id="6" name="Slide Number Placeholder 5">
            <a:extLst>
              <a:ext uri="{FF2B5EF4-FFF2-40B4-BE49-F238E27FC236}">
                <a16:creationId xmlns:a16="http://schemas.microsoft.com/office/drawing/2014/main" id="{5DB29034-252E-F11E-1F14-02D2074DD6DD}"/>
              </a:ext>
            </a:extLst>
          </p:cNvPr>
          <p:cNvSpPr>
            <a:spLocks noGrp="1"/>
          </p:cNvSpPr>
          <p:nvPr>
            <p:ph type="sldNum" sz="quarter" idx="12"/>
          </p:nvPr>
        </p:nvSpPr>
        <p:spPr/>
        <p:txBody>
          <a:bodyPr/>
          <a:lstStyle/>
          <a:p>
            <a:fld id="{2632AEF7-690E-4A16-BE9F-83DDC44F5A27}" type="slidenum">
              <a:rPr lang="en-US" altLang="en-US" smtClean="0"/>
              <a:pPr/>
              <a:t>‹#›</a:t>
            </a:fld>
            <a:endParaRPr lang="en-US" altLang="en-US"/>
          </a:p>
        </p:txBody>
      </p:sp>
    </p:spTree>
    <p:extLst>
      <p:ext uri="{BB962C8B-B14F-4D97-AF65-F5344CB8AC3E}">
        <p14:creationId xmlns:p14="http://schemas.microsoft.com/office/powerpoint/2010/main" val="3467172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A6EAF-E1CF-08E3-4110-DCA31E79E01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60055BE-6DA2-AA9F-724D-403FE810418D}"/>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644CE03-851B-76C6-5F25-F55E2B44ABF5}"/>
              </a:ext>
            </a:extLst>
          </p:cNvPr>
          <p:cNvSpPr>
            <a:spLocks noGrp="1"/>
          </p:cNvSpPr>
          <p:nvPr>
            <p:ph type="dt" sz="half" idx="10"/>
          </p:nvPr>
        </p:nvSpPr>
        <p:spPr/>
        <p:txBody>
          <a:bodyPr/>
          <a:lstStyle/>
          <a:p>
            <a:pPr>
              <a:defRPr/>
            </a:pPr>
            <a:fld id="{2228023D-5870-4E97-B9A7-34B7C818A238}" type="datetime1">
              <a:rPr lang="en-US" smtClean="0"/>
              <a:t>5/26/2026</a:t>
            </a:fld>
            <a:endParaRPr lang="en-US"/>
          </a:p>
        </p:txBody>
      </p:sp>
      <p:sp>
        <p:nvSpPr>
          <p:cNvPr id="5" name="Footer Placeholder 4">
            <a:extLst>
              <a:ext uri="{FF2B5EF4-FFF2-40B4-BE49-F238E27FC236}">
                <a16:creationId xmlns:a16="http://schemas.microsoft.com/office/drawing/2014/main" id="{4CCB6693-91A4-487A-6ADD-98CA89D690F0}"/>
              </a:ext>
            </a:extLst>
          </p:cNvPr>
          <p:cNvSpPr>
            <a:spLocks noGrp="1"/>
          </p:cNvSpPr>
          <p:nvPr>
            <p:ph type="ftr" sz="quarter" idx="11"/>
          </p:nvPr>
        </p:nvSpPr>
        <p:spPr/>
        <p:txBody>
          <a:bodyPr/>
          <a:lstStyle/>
          <a:p>
            <a:pPr>
              <a:defRPr/>
            </a:pPr>
            <a:r>
              <a:rPr lang="en-US"/>
              <a:t>AI usage declaration for this slide: &lt;We used AI for xyz and human input for abc&gt;</a:t>
            </a:r>
          </a:p>
        </p:txBody>
      </p:sp>
      <p:sp>
        <p:nvSpPr>
          <p:cNvPr id="6" name="Slide Number Placeholder 5">
            <a:extLst>
              <a:ext uri="{FF2B5EF4-FFF2-40B4-BE49-F238E27FC236}">
                <a16:creationId xmlns:a16="http://schemas.microsoft.com/office/drawing/2014/main" id="{C3CD25DA-84EE-B0CA-DF33-78340BD737BA}"/>
              </a:ext>
            </a:extLst>
          </p:cNvPr>
          <p:cNvSpPr>
            <a:spLocks noGrp="1"/>
          </p:cNvSpPr>
          <p:nvPr>
            <p:ph type="sldNum" sz="quarter" idx="12"/>
          </p:nvPr>
        </p:nvSpPr>
        <p:spPr/>
        <p:txBody>
          <a:bodyPr/>
          <a:lstStyle/>
          <a:p>
            <a:fld id="{E358B810-C890-4500-A787-859ABAA1C78C}" type="slidenum">
              <a:rPr lang="en-US" altLang="en-US" smtClean="0"/>
              <a:pPr/>
              <a:t>‹#›</a:t>
            </a:fld>
            <a:endParaRPr lang="en-US" altLang="en-US"/>
          </a:p>
        </p:txBody>
      </p:sp>
    </p:spTree>
    <p:extLst>
      <p:ext uri="{BB962C8B-B14F-4D97-AF65-F5344CB8AC3E}">
        <p14:creationId xmlns:p14="http://schemas.microsoft.com/office/powerpoint/2010/main" val="3607962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F95F7-530F-BAC5-ADF1-38FD7B368267}"/>
              </a:ext>
            </a:extLst>
          </p:cNvPr>
          <p:cNvSpPr>
            <a:spLocks noGrp="1"/>
          </p:cNvSpPr>
          <p:nvPr>
            <p:ph type="title"/>
          </p:nvPr>
        </p:nvSpPr>
        <p:spPr>
          <a:xfrm>
            <a:off x="623887" y="1709738"/>
            <a:ext cx="7886700" cy="2852737"/>
          </a:xfrm>
        </p:spPr>
        <p:txBody>
          <a:bodyPr anchor="b"/>
          <a:lstStyle>
            <a:lvl1pPr>
              <a:defRPr sz="45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B20150A5-09D5-9203-121B-25E84454C7D2}"/>
              </a:ext>
            </a:extLst>
          </p:cNvPr>
          <p:cNvSpPr>
            <a:spLocks noGrp="1"/>
          </p:cNvSpPr>
          <p:nvPr>
            <p:ph type="body" idx="1"/>
          </p:nvPr>
        </p:nvSpPr>
        <p:spPr>
          <a:xfrm>
            <a:off x="623887" y="4589464"/>
            <a:ext cx="7886700" cy="150018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E978188-5DED-8BE0-8B49-323FDD9D17C0}"/>
              </a:ext>
            </a:extLst>
          </p:cNvPr>
          <p:cNvSpPr>
            <a:spLocks noGrp="1"/>
          </p:cNvSpPr>
          <p:nvPr>
            <p:ph type="dt" sz="half" idx="10"/>
          </p:nvPr>
        </p:nvSpPr>
        <p:spPr/>
        <p:txBody>
          <a:bodyPr/>
          <a:lstStyle/>
          <a:p>
            <a:pPr>
              <a:defRPr/>
            </a:pPr>
            <a:fld id="{843F2BB4-5D43-47E8-9208-78FA345752B4}" type="datetime1">
              <a:rPr lang="en-US" smtClean="0"/>
              <a:t>5/26/2026</a:t>
            </a:fld>
            <a:endParaRPr lang="en-US"/>
          </a:p>
        </p:txBody>
      </p:sp>
      <p:sp>
        <p:nvSpPr>
          <p:cNvPr id="5" name="Footer Placeholder 4">
            <a:extLst>
              <a:ext uri="{FF2B5EF4-FFF2-40B4-BE49-F238E27FC236}">
                <a16:creationId xmlns:a16="http://schemas.microsoft.com/office/drawing/2014/main" id="{F6C2C8D8-0E57-B5AE-B62A-1AAF4ABA40EC}"/>
              </a:ext>
            </a:extLst>
          </p:cNvPr>
          <p:cNvSpPr>
            <a:spLocks noGrp="1"/>
          </p:cNvSpPr>
          <p:nvPr>
            <p:ph type="ftr" sz="quarter" idx="11"/>
          </p:nvPr>
        </p:nvSpPr>
        <p:spPr/>
        <p:txBody>
          <a:bodyPr/>
          <a:lstStyle/>
          <a:p>
            <a:pPr>
              <a:defRPr/>
            </a:pPr>
            <a:r>
              <a:rPr lang="en-US"/>
              <a:t>AI usage declaration for this slide: &lt;We used AI for xyz and human input for abc&gt;</a:t>
            </a:r>
          </a:p>
        </p:txBody>
      </p:sp>
      <p:sp>
        <p:nvSpPr>
          <p:cNvPr id="6" name="Slide Number Placeholder 5">
            <a:extLst>
              <a:ext uri="{FF2B5EF4-FFF2-40B4-BE49-F238E27FC236}">
                <a16:creationId xmlns:a16="http://schemas.microsoft.com/office/drawing/2014/main" id="{9E22A5AD-D9B1-6702-0AA7-0359F41B136A}"/>
              </a:ext>
            </a:extLst>
          </p:cNvPr>
          <p:cNvSpPr>
            <a:spLocks noGrp="1"/>
          </p:cNvSpPr>
          <p:nvPr>
            <p:ph type="sldNum" sz="quarter" idx="12"/>
          </p:nvPr>
        </p:nvSpPr>
        <p:spPr/>
        <p:txBody>
          <a:bodyPr/>
          <a:lstStyle/>
          <a:p>
            <a:fld id="{B0F85AED-FD86-492F-BAF4-957644F0F8E5}" type="slidenum">
              <a:rPr lang="en-US" altLang="en-US" smtClean="0"/>
              <a:pPr/>
              <a:t>‹#›</a:t>
            </a:fld>
            <a:endParaRPr lang="en-US" altLang="en-US"/>
          </a:p>
        </p:txBody>
      </p:sp>
    </p:spTree>
    <p:extLst>
      <p:ext uri="{BB962C8B-B14F-4D97-AF65-F5344CB8AC3E}">
        <p14:creationId xmlns:p14="http://schemas.microsoft.com/office/powerpoint/2010/main" val="39217661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C84411-9B59-28AF-E055-5CDE55AFEDA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8051D0D-64E9-0159-62E4-8FEAA4FC0DCE}"/>
              </a:ext>
            </a:extLst>
          </p:cNvPr>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15E6C5C6-B69D-A459-4B1D-A592734AE463}"/>
              </a:ext>
            </a:extLst>
          </p:cNvPr>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E4BCABD6-4D42-E772-7E52-0BB52A955EB4}"/>
              </a:ext>
            </a:extLst>
          </p:cNvPr>
          <p:cNvSpPr>
            <a:spLocks noGrp="1"/>
          </p:cNvSpPr>
          <p:nvPr>
            <p:ph type="dt" sz="half" idx="10"/>
          </p:nvPr>
        </p:nvSpPr>
        <p:spPr/>
        <p:txBody>
          <a:bodyPr/>
          <a:lstStyle/>
          <a:p>
            <a:pPr>
              <a:defRPr/>
            </a:pPr>
            <a:fld id="{56204036-10DD-4098-8BAE-102806B28479}" type="datetime1">
              <a:rPr lang="en-US" smtClean="0"/>
              <a:t>5/26/2026</a:t>
            </a:fld>
            <a:endParaRPr lang="en-US"/>
          </a:p>
        </p:txBody>
      </p:sp>
      <p:sp>
        <p:nvSpPr>
          <p:cNvPr id="6" name="Footer Placeholder 5">
            <a:extLst>
              <a:ext uri="{FF2B5EF4-FFF2-40B4-BE49-F238E27FC236}">
                <a16:creationId xmlns:a16="http://schemas.microsoft.com/office/drawing/2014/main" id="{F605E0A5-B533-0A3A-9A88-DCBFEC887DB0}"/>
              </a:ext>
            </a:extLst>
          </p:cNvPr>
          <p:cNvSpPr>
            <a:spLocks noGrp="1"/>
          </p:cNvSpPr>
          <p:nvPr>
            <p:ph type="ftr" sz="quarter" idx="11"/>
          </p:nvPr>
        </p:nvSpPr>
        <p:spPr/>
        <p:txBody>
          <a:bodyPr/>
          <a:lstStyle/>
          <a:p>
            <a:pPr>
              <a:defRPr/>
            </a:pPr>
            <a:r>
              <a:rPr lang="en-US"/>
              <a:t>AI usage declaration for this slide: &lt;We used AI for xyz and human input for abc&gt;</a:t>
            </a:r>
          </a:p>
        </p:txBody>
      </p:sp>
      <p:sp>
        <p:nvSpPr>
          <p:cNvPr id="7" name="Slide Number Placeholder 6">
            <a:extLst>
              <a:ext uri="{FF2B5EF4-FFF2-40B4-BE49-F238E27FC236}">
                <a16:creationId xmlns:a16="http://schemas.microsoft.com/office/drawing/2014/main" id="{C737C3EA-57FD-7CB6-2939-C90F269D1E57}"/>
              </a:ext>
            </a:extLst>
          </p:cNvPr>
          <p:cNvSpPr>
            <a:spLocks noGrp="1"/>
          </p:cNvSpPr>
          <p:nvPr>
            <p:ph type="sldNum" sz="quarter" idx="12"/>
          </p:nvPr>
        </p:nvSpPr>
        <p:spPr/>
        <p:txBody>
          <a:bodyPr/>
          <a:lstStyle/>
          <a:p>
            <a:fld id="{D69D69DE-E722-4837-8666-FB1E14402423}" type="slidenum">
              <a:rPr lang="en-US" altLang="en-US" smtClean="0"/>
              <a:pPr/>
              <a:t>‹#›</a:t>
            </a:fld>
            <a:endParaRPr lang="en-US" altLang="en-US"/>
          </a:p>
        </p:txBody>
      </p:sp>
    </p:spTree>
    <p:extLst>
      <p:ext uri="{BB962C8B-B14F-4D97-AF65-F5344CB8AC3E}">
        <p14:creationId xmlns:p14="http://schemas.microsoft.com/office/powerpoint/2010/main" val="41673576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A5F240-7EF8-F5FF-5400-B108E23C1F62}"/>
              </a:ext>
            </a:extLst>
          </p:cNvPr>
          <p:cNvSpPr>
            <a:spLocks noGrp="1"/>
          </p:cNvSpPr>
          <p:nvPr>
            <p:ph type="title"/>
          </p:nvPr>
        </p:nvSpPr>
        <p:spPr>
          <a:xfrm>
            <a:off x="629841" y="365126"/>
            <a:ext cx="78867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3D9CD3-E586-F908-1C1C-C3C8AB6C6620}"/>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D954E19B-9FEA-4F47-2E51-6A6C5E42737A}"/>
              </a:ext>
            </a:extLst>
          </p:cNvPr>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E6ADB04-2E92-E3B9-79CF-5D95545D73A1}"/>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CC929A30-5222-447D-15AA-AB4F43F5FCA8}"/>
              </a:ext>
            </a:extLst>
          </p:cNvPr>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E4F693A-6483-FAA2-4D7F-ADF1B31521F1}"/>
              </a:ext>
            </a:extLst>
          </p:cNvPr>
          <p:cNvSpPr>
            <a:spLocks noGrp="1"/>
          </p:cNvSpPr>
          <p:nvPr>
            <p:ph type="dt" sz="half" idx="10"/>
          </p:nvPr>
        </p:nvSpPr>
        <p:spPr/>
        <p:txBody>
          <a:bodyPr/>
          <a:lstStyle/>
          <a:p>
            <a:pPr>
              <a:defRPr/>
            </a:pPr>
            <a:fld id="{AD23E5B3-2EFB-42E0-93E0-DE7BB8D818AF}" type="datetime1">
              <a:rPr lang="en-US" smtClean="0"/>
              <a:t>5/26/2026</a:t>
            </a:fld>
            <a:endParaRPr lang="en-US"/>
          </a:p>
        </p:txBody>
      </p:sp>
      <p:sp>
        <p:nvSpPr>
          <p:cNvPr id="8" name="Footer Placeholder 7">
            <a:extLst>
              <a:ext uri="{FF2B5EF4-FFF2-40B4-BE49-F238E27FC236}">
                <a16:creationId xmlns:a16="http://schemas.microsoft.com/office/drawing/2014/main" id="{40DF13FD-44B4-1C3E-6FE7-4D715298B1CA}"/>
              </a:ext>
            </a:extLst>
          </p:cNvPr>
          <p:cNvSpPr>
            <a:spLocks noGrp="1"/>
          </p:cNvSpPr>
          <p:nvPr>
            <p:ph type="ftr" sz="quarter" idx="11"/>
          </p:nvPr>
        </p:nvSpPr>
        <p:spPr/>
        <p:txBody>
          <a:bodyPr/>
          <a:lstStyle/>
          <a:p>
            <a:pPr>
              <a:defRPr/>
            </a:pPr>
            <a:r>
              <a:rPr lang="en-US"/>
              <a:t>AI usage declaration for this slide: &lt;We used AI for xyz and human input for abc&gt;</a:t>
            </a:r>
          </a:p>
        </p:txBody>
      </p:sp>
      <p:sp>
        <p:nvSpPr>
          <p:cNvPr id="9" name="Slide Number Placeholder 8">
            <a:extLst>
              <a:ext uri="{FF2B5EF4-FFF2-40B4-BE49-F238E27FC236}">
                <a16:creationId xmlns:a16="http://schemas.microsoft.com/office/drawing/2014/main" id="{B9F2CC0A-57B3-B5B5-6A8F-D93329D69578}"/>
              </a:ext>
            </a:extLst>
          </p:cNvPr>
          <p:cNvSpPr>
            <a:spLocks noGrp="1"/>
          </p:cNvSpPr>
          <p:nvPr>
            <p:ph type="sldNum" sz="quarter" idx="12"/>
          </p:nvPr>
        </p:nvSpPr>
        <p:spPr/>
        <p:txBody>
          <a:bodyPr/>
          <a:lstStyle/>
          <a:p>
            <a:fld id="{1E6BFEEF-2A8E-4D37-A7B6-89CDC4CAE709}" type="slidenum">
              <a:rPr lang="en-US" altLang="en-US" smtClean="0"/>
              <a:pPr/>
              <a:t>‹#›</a:t>
            </a:fld>
            <a:endParaRPr lang="en-US" altLang="en-US"/>
          </a:p>
        </p:txBody>
      </p:sp>
    </p:spTree>
    <p:extLst>
      <p:ext uri="{BB962C8B-B14F-4D97-AF65-F5344CB8AC3E}">
        <p14:creationId xmlns:p14="http://schemas.microsoft.com/office/powerpoint/2010/main" val="3923296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9198DA-49AA-2B3B-011C-EFAE51C194B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30600CD-2813-F37D-BC95-E80CB259E892}"/>
              </a:ext>
            </a:extLst>
          </p:cNvPr>
          <p:cNvSpPr>
            <a:spLocks noGrp="1"/>
          </p:cNvSpPr>
          <p:nvPr>
            <p:ph type="dt" sz="half" idx="10"/>
          </p:nvPr>
        </p:nvSpPr>
        <p:spPr/>
        <p:txBody>
          <a:bodyPr/>
          <a:lstStyle/>
          <a:p>
            <a:pPr>
              <a:defRPr/>
            </a:pPr>
            <a:fld id="{C031E104-E7FC-4F38-9A1D-054D51C415AF}" type="datetime1">
              <a:rPr lang="en-US" smtClean="0"/>
              <a:t>5/26/2026</a:t>
            </a:fld>
            <a:endParaRPr lang="en-US"/>
          </a:p>
        </p:txBody>
      </p:sp>
      <p:sp>
        <p:nvSpPr>
          <p:cNvPr id="4" name="Footer Placeholder 3">
            <a:extLst>
              <a:ext uri="{FF2B5EF4-FFF2-40B4-BE49-F238E27FC236}">
                <a16:creationId xmlns:a16="http://schemas.microsoft.com/office/drawing/2014/main" id="{8F769050-7052-836E-9CFF-6D328BC9DE1E}"/>
              </a:ext>
            </a:extLst>
          </p:cNvPr>
          <p:cNvSpPr>
            <a:spLocks noGrp="1"/>
          </p:cNvSpPr>
          <p:nvPr>
            <p:ph type="ftr" sz="quarter" idx="11"/>
          </p:nvPr>
        </p:nvSpPr>
        <p:spPr/>
        <p:txBody>
          <a:bodyPr/>
          <a:lstStyle/>
          <a:p>
            <a:pPr>
              <a:defRPr/>
            </a:pPr>
            <a:r>
              <a:rPr lang="en-US"/>
              <a:t>AI usage declaration for this slide: &lt;We used AI for xyz and human input for abc&gt;</a:t>
            </a:r>
          </a:p>
        </p:txBody>
      </p:sp>
      <p:sp>
        <p:nvSpPr>
          <p:cNvPr id="5" name="Slide Number Placeholder 4">
            <a:extLst>
              <a:ext uri="{FF2B5EF4-FFF2-40B4-BE49-F238E27FC236}">
                <a16:creationId xmlns:a16="http://schemas.microsoft.com/office/drawing/2014/main" id="{D9BD3F37-7A70-AD0A-F7F6-41983630D623}"/>
              </a:ext>
            </a:extLst>
          </p:cNvPr>
          <p:cNvSpPr>
            <a:spLocks noGrp="1"/>
          </p:cNvSpPr>
          <p:nvPr>
            <p:ph type="sldNum" sz="quarter" idx="12"/>
          </p:nvPr>
        </p:nvSpPr>
        <p:spPr/>
        <p:txBody>
          <a:bodyPr/>
          <a:lstStyle/>
          <a:p>
            <a:fld id="{84E6B556-FD4E-439F-9ACF-AC1DE22B69E4}" type="slidenum">
              <a:rPr lang="en-US" altLang="en-US" smtClean="0"/>
              <a:pPr/>
              <a:t>‹#›</a:t>
            </a:fld>
            <a:endParaRPr lang="en-US" altLang="en-US"/>
          </a:p>
        </p:txBody>
      </p:sp>
    </p:spTree>
    <p:extLst>
      <p:ext uri="{BB962C8B-B14F-4D97-AF65-F5344CB8AC3E}">
        <p14:creationId xmlns:p14="http://schemas.microsoft.com/office/powerpoint/2010/main" val="17469561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632DEB1-3A18-F301-2995-786A2E188708}"/>
              </a:ext>
            </a:extLst>
          </p:cNvPr>
          <p:cNvSpPr>
            <a:spLocks noGrp="1"/>
          </p:cNvSpPr>
          <p:nvPr>
            <p:ph type="dt" sz="half" idx="10"/>
          </p:nvPr>
        </p:nvSpPr>
        <p:spPr/>
        <p:txBody>
          <a:bodyPr/>
          <a:lstStyle/>
          <a:p>
            <a:pPr>
              <a:defRPr/>
            </a:pPr>
            <a:fld id="{37D4A92E-24BC-471E-831F-FC1E04C587B2}" type="datetime1">
              <a:rPr lang="en-US" smtClean="0"/>
              <a:t>5/26/2026</a:t>
            </a:fld>
            <a:endParaRPr lang="en-US"/>
          </a:p>
        </p:txBody>
      </p:sp>
      <p:sp>
        <p:nvSpPr>
          <p:cNvPr id="3" name="Footer Placeholder 2">
            <a:extLst>
              <a:ext uri="{FF2B5EF4-FFF2-40B4-BE49-F238E27FC236}">
                <a16:creationId xmlns:a16="http://schemas.microsoft.com/office/drawing/2014/main" id="{F87E71F6-0BA1-0DDF-3BB7-47B4C18A91D2}"/>
              </a:ext>
            </a:extLst>
          </p:cNvPr>
          <p:cNvSpPr>
            <a:spLocks noGrp="1"/>
          </p:cNvSpPr>
          <p:nvPr>
            <p:ph type="ftr" sz="quarter" idx="11"/>
          </p:nvPr>
        </p:nvSpPr>
        <p:spPr/>
        <p:txBody>
          <a:bodyPr/>
          <a:lstStyle/>
          <a:p>
            <a:pPr>
              <a:defRPr/>
            </a:pPr>
            <a:r>
              <a:rPr lang="en-US"/>
              <a:t>AI usage declaration for this slide: &lt;We used AI for xyz and human input for abc&gt;</a:t>
            </a:r>
          </a:p>
        </p:txBody>
      </p:sp>
      <p:sp>
        <p:nvSpPr>
          <p:cNvPr id="4" name="Slide Number Placeholder 3">
            <a:extLst>
              <a:ext uri="{FF2B5EF4-FFF2-40B4-BE49-F238E27FC236}">
                <a16:creationId xmlns:a16="http://schemas.microsoft.com/office/drawing/2014/main" id="{4CF1E8FD-7D92-C602-C37F-684641ED75FF}"/>
              </a:ext>
            </a:extLst>
          </p:cNvPr>
          <p:cNvSpPr>
            <a:spLocks noGrp="1"/>
          </p:cNvSpPr>
          <p:nvPr>
            <p:ph type="sldNum" sz="quarter" idx="12"/>
          </p:nvPr>
        </p:nvSpPr>
        <p:spPr/>
        <p:txBody>
          <a:bodyPr/>
          <a:lstStyle/>
          <a:p>
            <a:fld id="{7936B588-98C2-4868-9796-87DA0E21D7B3}" type="slidenum">
              <a:rPr lang="en-US" altLang="en-US" smtClean="0"/>
              <a:pPr/>
              <a:t>‹#›</a:t>
            </a:fld>
            <a:endParaRPr lang="en-US" altLang="en-US"/>
          </a:p>
        </p:txBody>
      </p:sp>
    </p:spTree>
    <p:extLst>
      <p:ext uri="{BB962C8B-B14F-4D97-AF65-F5344CB8AC3E}">
        <p14:creationId xmlns:p14="http://schemas.microsoft.com/office/powerpoint/2010/main" val="3951124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9831B-BDD0-21D2-6A4E-20C5742846D2}"/>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4583ACF0-8F7C-5F1E-970A-A97A4553B435}"/>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608C1E12-AE4D-0C37-E81A-AF1FD28273D6}"/>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E2DD0BB5-2AA2-F83E-1230-F4D2807217F2}"/>
              </a:ext>
            </a:extLst>
          </p:cNvPr>
          <p:cNvSpPr>
            <a:spLocks noGrp="1"/>
          </p:cNvSpPr>
          <p:nvPr>
            <p:ph type="dt" sz="half" idx="10"/>
          </p:nvPr>
        </p:nvSpPr>
        <p:spPr/>
        <p:txBody>
          <a:bodyPr/>
          <a:lstStyle/>
          <a:p>
            <a:pPr>
              <a:defRPr/>
            </a:pPr>
            <a:fld id="{A83EEF5B-E0B1-427F-B1B8-42E3C00C4F37}" type="datetime1">
              <a:rPr lang="en-US" smtClean="0"/>
              <a:t>5/26/2026</a:t>
            </a:fld>
            <a:endParaRPr lang="en-US"/>
          </a:p>
        </p:txBody>
      </p:sp>
      <p:sp>
        <p:nvSpPr>
          <p:cNvPr id="6" name="Footer Placeholder 5">
            <a:extLst>
              <a:ext uri="{FF2B5EF4-FFF2-40B4-BE49-F238E27FC236}">
                <a16:creationId xmlns:a16="http://schemas.microsoft.com/office/drawing/2014/main" id="{B7629A9E-AA1D-06EA-A1A9-61BF7BC35B0C}"/>
              </a:ext>
            </a:extLst>
          </p:cNvPr>
          <p:cNvSpPr>
            <a:spLocks noGrp="1"/>
          </p:cNvSpPr>
          <p:nvPr>
            <p:ph type="ftr" sz="quarter" idx="11"/>
          </p:nvPr>
        </p:nvSpPr>
        <p:spPr/>
        <p:txBody>
          <a:bodyPr/>
          <a:lstStyle/>
          <a:p>
            <a:pPr>
              <a:defRPr/>
            </a:pPr>
            <a:r>
              <a:rPr lang="en-US"/>
              <a:t>AI usage declaration for this slide: &lt;We used AI for xyz and human input for abc&gt;</a:t>
            </a:r>
          </a:p>
        </p:txBody>
      </p:sp>
      <p:sp>
        <p:nvSpPr>
          <p:cNvPr id="7" name="Slide Number Placeholder 6">
            <a:extLst>
              <a:ext uri="{FF2B5EF4-FFF2-40B4-BE49-F238E27FC236}">
                <a16:creationId xmlns:a16="http://schemas.microsoft.com/office/drawing/2014/main" id="{52E9DC80-232A-D3CD-4414-084172D75CB3}"/>
              </a:ext>
            </a:extLst>
          </p:cNvPr>
          <p:cNvSpPr>
            <a:spLocks noGrp="1"/>
          </p:cNvSpPr>
          <p:nvPr>
            <p:ph type="sldNum" sz="quarter" idx="12"/>
          </p:nvPr>
        </p:nvSpPr>
        <p:spPr/>
        <p:txBody>
          <a:bodyPr/>
          <a:lstStyle/>
          <a:p>
            <a:fld id="{9D692B2B-CABF-431C-A4E8-C513469C8A57}" type="slidenum">
              <a:rPr lang="en-US" altLang="en-US" smtClean="0"/>
              <a:pPr/>
              <a:t>‹#›</a:t>
            </a:fld>
            <a:endParaRPr lang="en-US" altLang="en-US"/>
          </a:p>
        </p:txBody>
      </p:sp>
    </p:spTree>
    <p:extLst>
      <p:ext uri="{BB962C8B-B14F-4D97-AF65-F5344CB8AC3E}">
        <p14:creationId xmlns:p14="http://schemas.microsoft.com/office/powerpoint/2010/main" val="8536731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7E4C8-717A-CAB1-3B9C-F4BF1C1256BD}"/>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A549C9F0-AAC8-46F7-B3EF-AB2271206C6C}"/>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7C76B6FE-F1E5-17EF-782F-C200D26F7450}"/>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044B9D4A-1677-FD5B-2189-ED7F0501B36B}"/>
              </a:ext>
            </a:extLst>
          </p:cNvPr>
          <p:cNvSpPr>
            <a:spLocks noGrp="1"/>
          </p:cNvSpPr>
          <p:nvPr>
            <p:ph type="dt" sz="half" idx="10"/>
          </p:nvPr>
        </p:nvSpPr>
        <p:spPr/>
        <p:txBody>
          <a:bodyPr/>
          <a:lstStyle/>
          <a:p>
            <a:pPr>
              <a:defRPr/>
            </a:pPr>
            <a:fld id="{C0DA2CF4-7CC7-4EE5-A626-E015001FB17E}" type="datetime1">
              <a:rPr lang="en-US" smtClean="0"/>
              <a:t>5/26/2026</a:t>
            </a:fld>
            <a:endParaRPr lang="en-US"/>
          </a:p>
        </p:txBody>
      </p:sp>
      <p:sp>
        <p:nvSpPr>
          <p:cNvPr id="6" name="Footer Placeholder 5">
            <a:extLst>
              <a:ext uri="{FF2B5EF4-FFF2-40B4-BE49-F238E27FC236}">
                <a16:creationId xmlns:a16="http://schemas.microsoft.com/office/drawing/2014/main" id="{74BFF554-3CA8-58A3-D69A-6AAB7BC2E75E}"/>
              </a:ext>
            </a:extLst>
          </p:cNvPr>
          <p:cNvSpPr>
            <a:spLocks noGrp="1"/>
          </p:cNvSpPr>
          <p:nvPr>
            <p:ph type="ftr" sz="quarter" idx="11"/>
          </p:nvPr>
        </p:nvSpPr>
        <p:spPr/>
        <p:txBody>
          <a:bodyPr/>
          <a:lstStyle/>
          <a:p>
            <a:pPr>
              <a:defRPr/>
            </a:pPr>
            <a:r>
              <a:rPr lang="en-US"/>
              <a:t>AI usage declaration for this slide: &lt;We used AI for xyz and human input for abc&gt;</a:t>
            </a:r>
          </a:p>
        </p:txBody>
      </p:sp>
      <p:sp>
        <p:nvSpPr>
          <p:cNvPr id="7" name="Slide Number Placeholder 6">
            <a:extLst>
              <a:ext uri="{FF2B5EF4-FFF2-40B4-BE49-F238E27FC236}">
                <a16:creationId xmlns:a16="http://schemas.microsoft.com/office/drawing/2014/main" id="{8B85EC11-410B-F939-3CCA-C359433D6695}"/>
              </a:ext>
            </a:extLst>
          </p:cNvPr>
          <p:cNvSpPr>
            <a:spLocks noGrp="1"/>
          </p:cNvSpPr>
          <p:nvPr>
            <p:ph type="sldNum" sz="quarter" idx="12"/>
          </p:nvPr>
        </p:nvSpPr>
        <p:spPr/>
        <p:txBody>
          <a:bodyPr/>
          <a:lstStyle/>
          <a:p>
            <a:fld id="{2F9765B0-52D8-4FBE-89E0-493E6F20824E}" type="slidenum">
              <a:rPr lang="en-US" altLang="en-US" smtClean="0"/>
              <a:pPr/>
              <a:t>‹#›</a:t>
            </a:fld>
            <a:endParaRPr lang="en-US" altLang="en-US"/>
          </a:p>
        </p:txBody>
      </p:sp>
    </p:spTree>
    <p:extLst>
      <p:ext uri="{BB962C8B-B14F-4D97-AF65-F5344CB8AC3E}">
        <p14:creationId xmlns:p14="http://schemas.microsoft.com/office/powerpoint/2010/main" val="1023263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D1711-6ACA-9BE0-5AAC-0A16A6FA1408}"/>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333260A-2AB9-12E2-79C1-A208B5A2A43E}"/>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518ABB4-7086-7932-0892-56044BF45502}"/>
              </a:ext>
            </a:extLst>
          </p:cNvPr>
          <p:cNvSpPr>
            <a:spLocks noGrp="1"/>
          </p:cNvSpPr>
          <p:nvPr>
            <p:ph type="dt" sz="half" idx="10"/>
          </p:nvPr>
        </p:nvSpPr>
        <p:spPr/>
        <p:txBody>
          <a:bodyPr/>
          <a:lstStyle/>
          <a:p>
            <a:pPr>
              <a:defRPr/>
            </a:pPr>
            <a:fld id="{E58BE9B1-C80C-4BC2-8359-D21B7497D22D}" type="datetime1">
              <a:rPr lang="en-US" smtClean="0"/>
              <a:t>5/26/2026</a:t>
            </a:fld>
            <a:endParaRPr lang="en-US"/>
          </a:p>
        </p:txBody>
      </p:sp>
      <p:sp>
        <p:nvSpPr>
          <p:cNvPr id="5" name="Footer Placeholder 4">
            <a:extLst>
              <a:ext uri="{FF2B5EF4-FFF2-40B4-BE49-F238E27FC236}">
                <a16:creationId xmlns:a16="http://schemas.microsoft.com/office/drawing/2014/main" id="{D2853423-468A-0A12-7933-9CB1D9C19E37}"/>
              </a:ext>
            </a:extLst>
          </p:cNvPr>
          <p:cNvSpPr>
            <a:spLocks noGrp="1"/>
          </p:cNvSpPr>
          <p:nvPr>
            <p:ph type="ftr" sz="quarter" idx="11"/>
          </p:nvPr>
        </p:nvSpPr>
        <p:spPr/>
        <p:txBody>
          <a:bodyPr/>
          <a:lstStyle/>
          <a:p>
            <a:pPr>
              <a:defRPr/>
            </a:pPr>
            <a:r>
              <a:rPr lang="en-US"/>
              <a:t>AI usage declaration for this slide: &lt;We used AI for xyz and human input for abc&gt;</a:t>
            </a:r>
          </a:p>
        </p:txBody>
      </p:sp>
      <p:sp>
        <p:nvSpPr>
          <p:cNvPr id="6" name="Slide Number Placeholder 5">
            <a:extLst>
              <a:ext uri="{FF2B5EF4-FFF2-40B4-BE49-F238E27FC236}">
                <a16:creationId xmlns:a16="http://schemas.microsoft.com/office/drawing/2014/main" id="{FD423A03-C3C0-FDAD-37B0-93E36ABD2B3A}"/>
              </a:ext>
            </a:extLst>
          </p:cNvPr>
          <p:cNvSpPr>
            <a:spLocks noGrp="1"/>
          </p:cNvSpPr>
          <p:nvPr>
            <p:ph type="sldNum" sz="quarter" idx="12"/>
          </p:nvPr>
        </p:nvSpPr>
        <p:spPr/>
        <p:txBody>
          <a:bodyPr/>
          <a:lstStyle/>
          <a:p>
            <a:fld id="{8D4BDF66-4D9E-49DF-A9A4-A413D2A89510}" type="slidenum">
              <a:rPr lang="en-US" altLang="en-US" smtClean="0"/>
              <a:pPr/>
              <a:t>‹#›</a:t>
            </a:fld>
            <a:endParaRPr lang="en-US" altLang="en-US"/>
          </a:p>
        </p:txBody>
      </p:sp>
    </p:spTree>
    <p:extLst>
      <p:ext uri="{BB962C8B-B14F-4D97-AF65-F5344CB8AC3E}">
        <p14:creationId xmlns:p14="http://schemas.microsoft.com/office/powerpoint/2010/main" val="228633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DE7E563-0942-FD0B-2ADB-6EC0262F6250}"/>
              </a:ext>
            </a:extLst>
          </p:cNvPr>
          <p:cNvSpPr>
            <a:spLocks noGrp="1"/>
          </p:cNvSpPr>
          <p:nvPr>
            <p:ph type="title" orient="vert"/>
          </p:nvPr>
        </p:nvSpPr>
        <p:spPr>
          <a:xfrm>
            <a:off x="6543675" y="365125"/>
            <a:ext cx="1971675"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7A44F30-492E-2001-C123-7FBE61309B0E}"/>
              </a:ext>
            </a:extLst>
          </p:cNvPr>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A36EE5E-4464-B023-8BF0-2C0567B9C32E}"/>
              </a:ext>
            </a:extLst>
          </p:cNvPr>
          <p:cNvSpPr>
            <a:spLocks noGrp="1"/>
          </p:cNvSpPr>
          <p:nvPr>
            <p:ph type="dt" sz="half" idx="10"/>
          </p:nvPr>
        </p:nvSpPr>
        <p:spPr/>
        <p:txBody>
          <a:bodyPr/>
          <a:lstStyle/>
          <a:p>
            <a:pPr>
              <a:defRPr/>
            </a:pPr>
            <a:fld id="{E35077E7-AD22-4339-B115-815D2D1A0E5C}" type="datetime1">
              <a:rPr lang="en-US" smtClean="0"/>
              <a:t>5/26/2026</a:t>
            </a:fld>
            <a:endParaRPr lang="en-US"/>
          </a:p>
        </p:txBody>
      </p:sp>
      <p:sp>
        <p:nvSpPr>
          <p:cNvPr id="5" name="Footer Placeholder 4">
            <a:extLst>
              <a:ext uri="{FF2B5EF4-FFF2-40B4-BE49-F238E27FC236}">
                <a16:creationId xmlns:a16="http://schemas.microsoft.com/office/drawing/2014/main" id="{4691679F-B868-95F9-A0D4-C4DF8BF234DF}"/>
              </a:ext>
            </a:extLst>
          </p:cNvPr>
          <p:cNvSpPr>
            <a:spLocks noGrp="1"/>
          </p:cNvSpPr>
          <p:nvPr>
            <p:ph type="ftr" sz="quarter" idx="11"/>
          </p:nvPr>
        </p:nvSpPr>
        <p:spPr/>
        <p:txBody>
          <a:bodyPr/>
          <a:lstStyle/>
          <a:p>
            <a:pPr>
              <a:defRPr/>
            </a:pPr>
            <a:r>
              <a:rPr lang="en-US"/>
              <a:t>AI usage declaration for this slide: &lt;We used AI for xyz and human input for abc&gt;</a:t>
            </a:r>
          </a:p>
        </p:txBody>
      </p:sp>
      <p:sp>
        <p:nvSpPr>
          <p:cNvPr id="6" name="Slide Number Placeholder 5">
            <a:extLst>
              <a:ext uri="{FF2B5EF4-FFF2-40B4-BE49-F238E27FC236}">
                <a16:creationId xmlns:a16="http://schemas.microsoft.com/office/drawing/2014/main" id="{14862930-46C9-F401-17DB-F27FC9F9023E}"/>
              </a:ext>
            </a:extLst>
          </p:cNvPr>
          <p:cNvSpPr>
            <a:spLocks noGrp="1"/>
          </p:cNvSpPr>
          <p:nvPr>
            <p:ph type="sldNum" sz="quarter" idx="12"/>
          </p:nvPr>
        </p:nvSpPr>
        <p:spPr/>
        <p:txBody>
          <a:bodyPr/>
          <a:lstStyle/>
          <a:p>
            <a:fld id="{AE3B2304-86B3-4B1E-B58D-7AF13ED6DA6F}" type="slidenum">
              <a:rPr lang="en-US" altLang="en-US" smtClean="0"/>
              <a:pPr/>
              <a:t>‹#›</a:t>
            </a:fld>
            <a:endParaRPr lang="en-US" altLang="en-US"/>
          </a:p>
        </p:txBody>
      </p:sp>
    </p:spTree>
    <p:extLst>
      <p:ext uri="{BB962C8B-B14F-4D97-AF65-F5344CB8AC3E}">
        <p14:creationId xmlns:p14="http://schemas.microsoft.com/office/powerpoint/2010/main" val="806386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grpSp>
        <p:nvGrpSpPr>
          <p:cNvPr id="4" name="Group 26"/>
          <p:cNvGrpSpPr>
            <a:grpSpLocks/>
          </p:cNvGrpSpPr>
          <p:nvPr userDrawn="1"/>
        </p:nvGrpSpPr>
        <p:grpSpPr bwMode="auto">
          <a:xfrm>
            <a:off x="0" y="0"/>
            <a:ext cx="9144000" cy="1697038"/>
            <a:chOff x="-1" y="0"/>
            <a:chExt cx="9144001" cy="1696352"/>
          </a:xfrm>
        </p:grpSpPr>
        <p:sp>
          <p:nvSpPr>
            <p:cNvPr id="5" name="Rectangle 4"/>
            <p:cNvSpPr/>
            <p:nvPr userDrawn="1"/>
          </p:nvSpPr>
          <p:spPr>
            <a:xfrm>
              <a:off x="-1" y="0"/>
              <a:ext cx="9144001" cy="737890"/>
            </a:xfrm>
            <a:prstGeom prst="rect">
              <a:avLst/>
            </a:prstGeom>
            <a:solidFill>
              <a:srgbClr val="00488F"/>
            </a:solidFill>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sp>
          <p:nvSpPr>
            <p:cNvPr id="6" name="Rectangle 5"/>
            <p:cNvSpPr/>
            <p:nvPr userDrawn="1"/>
          </p:nvSpPr>
          <p:spPr>
            <a:xfrm>
              <a:off x="152399" y="679175"/>
              <a:ext cx="8991601" cy="588725"/>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sp>
          <p:nvSpPr>
            <p:cNvPr id="7" name="Pentagon 6"/>
            <p:cNvSpPr/>
            <p:nvPr userDrawn="1"/>
          </p:nvSpPr>
          <p:spPr>
            <a:xfrm>
              <a:off x="-1" y="217400"/>
              <a:ext cx="4313238" cy="1152059"/>
            </a:xfrm>
            <a:prstGeom prst="homePlate">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sp>
          <p:nvSpPr>
            <p:cNvPr id="8" name="Pentagon 7"/>
            <p:cNvSpPr/>
            <p:nvPr userDrawn="1"/>
          </p:nvSpPr>
          <p:spPr>
            <a:xfrm>
              <a:off x="-1" y="272940"/>
              <a:ext cx="4254500" cy="1086998"/>
            </a:xfrm>
            <a:prstGeom prst="homePlat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sp>
          <p:nvSpPr>
            <p:cNvPr id="9" name="Rectangle 8"/>
            <p:cNvSpPr/>
            <p:nvPr userDrawn="1"/>
          </p:nvSpPr>
          <p:spPr>
            <a:xfrm>
              <a:off x="-1" y="737890"/>
              <a:ext cx="9144001" cy="95846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solidFill>
                  <a:prstClr val="white"/>
                </a:solidFill>
              </a:endParaRPr>
            </a:p>
          </p:txBody>
        </p:sp>
        <p:pic>
          <p:nvPicPr>
            <p:cNvPr id="10" name="Picture 12" descr="eagle.gif"/>
            <p:cNvPicPr>
              <a:picLocks noChangeAspect="1"/>
            </p:cNvPicPr>
            <p:nvPr userDrawn="1"/>
          </p:nvPicPr>
          <p:blipFill>
            <a:blip r:embed="rId2" cstate="print"/>
            <a:srcRect/>
            <a:stretch>
              <a:fillRect/>
            </a:stretch>
          </p:blipFill>
          <p:spPr bwMode="auto">
            <a:xfrm>
              <a:off x="8527145" y="103754"/>
              <a:ext cx="411882" cy="457372"/>
            </a:xfrm>
            <a:prstGeom prst="rect">
              <a:avLst/>
            </a:prstGeom>
            <a:noFill/>
            <a:ln w="9525">
              <a:noFill/>
              <a:miter lim="800000"/>
              <a:headEnd/>
              <a:tailEnd/>
            </a:ln>
          </p:spPr>
        </p:pic>
      </p:grpSp>
      <p:sp>
        <p:nvSpPr>
          <p:cNvPr id="3" name="Content Placeholder 2"/>
          <p:cNvSpPr>
            <a:spLocks noGrp="1"/>
          </p:cNvSpPr>
          <p:nvPr>
            <p:ph idx="1"/>
          </p:nvPr>
        </p:nvSpPr>
        <p:spPr>
          <a:xfrm>
            <a:off x="457200" y="1722437"/>
            <a:ext cx="8229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Date Placeholder 3"/>
          <p:cNvSpPr>
            <a:spLocks noGrp="1"/>
          </p:cNvSpPr>
          <p:nvPr>
            <p:ph type="dt" sz="half" idx="10"/>
          </p:nvPr>
        </p:nvSpPr>
        <p:spPr/>
        <p:txBody>
          <a:bodyPr/>
          <a:lstStyle>
            <a:lvl1pPr>
              <a:defRPr>
                <a:solidFill>
                  <a:prstClr val="black">
                    <a:tint val="75000"/>
                  </a:prstClr>
                </a:solidFill>
              </a:defRPr>
            </a:lvl1pPr>
          </a:lstStyle>
          <a:p>
            <a:pPr>
              <a:defRPr/>
            </a:pPr>
            <a:fld id="{F38CDE18-1FEF-4354-B013-CBF7C45EC76B}" type="datetime1">
              <a:rPr lang="en-US" smtClean="0"/>
              <a:t>5/26/2026</a:t>
            </a:fld>
            <a:endParaRPr lang="en-US"/>
          </a:p>
        </p:txBody>
      </p:sp>
      <p:sp>
        <p:nvSpPr>
          <p:cNvPr id="12" name="Footer Placeholder 4"/>
          <p:cNvSpPr>
            <a:spLocks noGrp="1"/>
          </p:cNvSpPr>
          <p:nvPr>
            <p:ph type="ftr" sz="quarter" idx="11"/>
          </p:nvPr>
        </p:nvSpPr>
        <p:spPr/>
        <p:txBody>
          <a:bodyPr/>
          <a:lstStyle>
            <a:lvl1pPr>
              <a:defRPr>
                <a:solidFill>
                  <a:prstClr val="black">
                    <a:tint val="75000"/>
                  </a:prstClr>
                </a:solidFill>
              </a:defRPr>
            </a:lvl1pPr>
          </a:lstStyle>
          <a:p>
            <a:pPr>
              <a:defRPr/>
            </a:pPr>
            <a:r>
              <a:rPr lang="en-US"/>
              <a:t>AI usage declaration for this slide: &lt;We used AI for xyz and human input for abc&gt;</a:t>
            </a:r>
          </a:p>
        </p:txBody>
      </p:sp>
      <p:sp>
        <p:nvSpPr>
          <p:cNvPr id="13" name="Slide Number Placeholder 5"/>
          <p:cNvSpPr>
            <a:spLocks noGrp="1"/>
          </p:cNvSpPr>
          <p:nvPr>
            <p:ph type="sldNum" sz="quarter" idx="12"/>
          </p:nvPr>
        </p:nvSpPr>
        <p:spPr/>
        <p:txBody>
          <a:bodyPr/>
          <a:lstStyle>
            <a:lvl1pPr>
              <a:defRPr/>
            </a:lvl1pPr>
          </a:lstStyle>
          <a:p>
            <a:fld id="{9015CF45-D24D-4EC7-83BC-273F84160454}" type="slidenum">
              <a:rPr lang="en-US" altLang="en-US"/>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8FEC27-9D0A-4765-2B0A-F7338C582C48}"/>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1E956A45-581D-F391-2D25-A00F929EA4DE}"/>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1AA9627-776D-C720-E0E4-2BEE82B281E8}"/>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82000"/>
                  </a:schemeClr>
                </a:solidFill>
              </a:defRPr>
            </a:lvl1pPr>
          </a:lstStyle>
          <a:p>
            <a:pPr>
              <a:defRPr/>
            </a:pPr>
            <a:fld id="{00F4D79D-969F-474D-AD04-0B9E0C00B7CB}" type="datetime1">
              <a:rPr lang="en-US" smtClean="0"/>
              <a:t>5/26/2026</a:t>
            </a:fld>
            <a:endParaRPr lang="en-US"/>
          </a:p>
        </p:txBody>
      </p:sp>
      <p:sp>
        <p:nvSpPr>
          <p:cNvPr id="5" name="Footer Placeholder 4">
            <a:extLst>
              <a:ext uri="{FF2B5EF4-FFF2-40B4-BE49-F238E27FC236}">
                <a16:creationId xmlns:a16="http://schemas.microsoft.com/office/drawing/2014/main" id="{64E9082F-5A82-D5DF-AE9D-ABCEBB86DCD9}"/>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82000"/>
                  </a:schemeClr>
                </a:solidFill>
              </a:defRPr>
            </a:lvl1pPr>
          </a:lstStyle>
          <a:p>
            <a:pPr>
              <a:defRPr/>
            </a:pPr>
            <a:r>
              <a:rPr lang="en-US"/>
              <a:t>AI usage declaration for this slide: &lt;We used AI for xyz and human input for abc&gt;</a:t>
            </a:r>
          </a:p>
        </p:txBody>
      </p:sp>
      <p:sp>
        <p:nvSpPr>
          <p:cNvPr id="6" name="Slide Number Placeholder 5">
            <a:extLst>
              <a:ext uri="{FF2B5EF4-FFF2-40B4-BE49-F238E27FC236}">
                <a16:creationId xmlns:a16="http://schemas.microsoft.com/office/drawing/2014/main" id="{C9C13051-C535-A390-44B4-6578E13A4AC0}"/>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82000"/>
                  </a:schemeClr>
                </a:solidFill>
              </a:defRPr>
            </a:lvl1pPr>
          </a:lstStyle>
          <a:p>
            <a:fld id="{F7773769-E088-46B1-B532-E5807C5FB803}" type="slidenum">
              <a:rPr lang="en-US" altLang="en-US" smtClean="0"/>
              <a:pPr/>
              <a:t>‹#›</a:t>
            </a:fld>
            <a:endParaRPr lang="en-US" altLang="en-US"/>
          </a:p>
        </p:txBody>
      </p:sp>
    </p:spTree>
    <p:extLst>
      <p:ext uri="{BB962C8B-B14F-4D97-AF65-F5344CB8AC3E}">
        <p14:creationId xmlns:p14="http://schemas.microsoft.com/office/powerpoint/2010/main" val="2800550605"/>
      </p:ext>
    </p:extLst>
  </p:cSld>
  <p:clrMap bg1="lt1" tx1="dk1" bg2="lt2" tx2="dk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 id="2147483753" r:id="rId12"/>
  </p:sldLayoutIdLst>
  <p:hf sldNum="0"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image" Target="../media/image24.png"/></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31.png"/></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33.sv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hyperlink" Target="https://chat.openai.com/?utm_source=chatgpt.com" TargetMode="External"/><Relationship Id="rId2" Type="http://schemas.openxmlformats.org/officeDocument/2006/relationships/hyperlink" Target="https://arxiv.org/abs/1412.6572?utm_source=chatgpt.co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152400" y="6067425"/>
            <a:ext cx="8991600" cy="588963"/>
          </a:xfrm>
          <a:prstGeom prst="rect">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7" name="Pentagon 6"/>
          <p:cNvSpPr/>
          <p:nvPr/>
        </p:nvSpPr>
        <p:spPr>
          <a:xfrm>
            <a:off x="0" y="5715000"/>
            <a:ext cx="4313238" cy="1152525"/>
          </a:xfrm>
          <a:prstGeom prst="homePlate">
            <a:avLst/>
          </a:prstGeom>
          <a:solidFill>
            <a:schemeClr val="bg2">
              <a:lumMod val="50000"/>
            </a:schemeClr>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Pentagon 8"/>
          <p:cNvSpPr/>
          <p:nvPr/>
        </p:nvSpPr>
        <p:spPr>
          <a:xfrm>
            <a:off x="0" y="5768975"/>
            <a:ext cx="4254500" cy="1089025"/>
          </a:xfrm>
          <a:prstGeom prst="homePlat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10" name="Rectangle 9"/>
          <p:cNvSpPr/>
          <p:nvPr/>
        </p:nvSpPr>
        <p:spPr>
          <a:xfrm>
            <a:off x="7696200" y="5686425"/>
            <a:ext cx="1295400" cy="358775"/>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r" eaLnBrk="1" fontAlgn="auto" hangingPunct="1">
              <a:spcBef>
                <a:spcPts val="0"/>
              </a:spcBef>
              <a:spcAft>
                <a:spcPts val="0"/>
              </a:spcAft>
              <a:defRPr/>
            </a:pPr>
            <a:r>
              <a:rPr lang="en-US" sz="1600">
                <a:solidFill>
                  <a:schemeClr val="tx1"/>
                </a:solidFill>
              </a:rPr>
              <a:t>22 May 2026</a:t>
            </a:r>
          </a:p>
        </p:txBody>
      </p:sp>
      <p:pic>
        <p:nvPicPr>
          <p:cNvPr id="2" name="Picture 2" descr="SUTDLogoDark2x">
            <a:extLst>
              <a:ext uri="{FF2B5EF4-FFF2-40B4-BE49-F238E27FC236}">
                <a16:creationId xmlns:a16="http://schemas.microsoft.com/office/drawing/2014/main" id="{42A9AE7A-122D-8CD9-4319-4E02E71C3C8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5560" y="5715000"/>
            <a:ext cx="2762250" cy="107727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68A46832-39DF-A3BF-C8A7-4EFF8F7B6D87}"/>
              </a:ext>
            </a:extLst>
          </p:cNvPr>
          <p:cNvSpPr txBox="1"/>
          <p:nvPr/>
        </p:nvSpPr>
        <p:spPr>
          <a:xfrm>
            <a:off x="533400" y="678220"/>
            <a:ext cx="8229600" cy="4832092"/>
          </a:xfrm>
          <a:prstGeom prst="rect">
            <a:avLst/>
          </a:prstGeom>
          <a:noFill/>
        </p:spPr>
        <p:txBody>
          <a:bodyPr wrap="square">
            <a:spAutoFit/>
          </a:bodyPr>
          <a:lstStyle/>
          <a:p>
            <a:pPr algn="ctr" eaLnBrk="1" fontAlgn="auto" hangingPunct="1">
              <a:spcBef>
                <a:spcPts val="0"/>
              </a:spcBef>
              <a:spcAft>
                <a:spcPts val="0"/>
              </a:spcAft>
              <a:defRPr/>
            </a:pPr>
            <a:r>
              <a:rPr lang="en-US" sz="4800" b="1" dirty="0"/>
              <a:t>51.516 Trustworthy AI</a:t>
            </a:r>
          </a:p>
          <a:p>
            <a:pPr algn="ctr" eaLnBrk="1" fontAlgn="auto" hangingPunct="1">
              <a:spcBef>
                <a:spcPts val="0"/>
              </a:spcBef>
              <a:spcAft>
                <a:spcPts val="0"/>
              </a:spcAft>
              <a:defRPr/>
            </a:pPr>
            <a:endParaRPr lang="en-US" sz="3800" b="1" dirty="0"/>
          </a:p>
          <a:p>
            <a:pPr algn="ctr" eaLnBrk="1" fontAlgn="auto" hangingPunct="1">
              <a:spcBef>
                <a:spcPts val="0"/>
              </a:spcBef>
              <a:spcAft>
                <a:spcPts val="0"/>
              </a:spcAft>
              <a:defRPr/>
            </a:pPr>
            <a:r>
              <a:rPr lang="en-US" sz="3800" b="1" dirty="0"/>
              <a:t>Fast Gradient Sign Method</a:t>
            </a:r>
          </a:p>
          <a:p>
            <a:pPr algn="ctr" eaLnBrk="1" fontAlgn="auto" hangingPunct="1">
              <a:spcBef>
                <a:spcPts val="0"/>
              </a:spcBef>
              <a:spcAft>
                <a:spcPts val="0"/>
              </a:spcAft>
              <a:defRPr/>
            </a:pPr>
            <a:r>
              <a:rPr lang="en-US" sz="2400" dirty="0"/>
              <a:t>(Evaluating Model Robustness </a:t>
            </a:r>
          </a:p>
          <a:p>
            <a:pPr algn="ctr" eaLnBrk="1" fontAlgn="auto" hangingPunct="1">
              <a:spcBef>
                <a:spcPts val="0"/>
              </a:spcBef>
              <a:spcAft>
                <a:spcPts val="0"/>
              </a:spcAft>
              <a:defRPr/>
            </a:pPr>
            <a:r>
              <a:rPr lang="en-US" sz="2400" dirty="0"/>
              <a:t>under Adversarial Perturbations)</a:t>
            </a:r>
          </a:p>
          <a:p>
            <a:pPr algn="ctr" eaLnBrk="1" fontAlgn="auto" hangingPunct="1">
              <a:spcBef>
                <a:spcPts val="0"/>
              </a:spcBef>
              <a:spcAft>
                <a:spcPts val="0"/>
              </a:spcAft>
              <a:defRPr/>
            </a:pPr>
            <a:endParaRPr lang="en-US" sz="1800" i="1" dirty="0"/>
          </a:p>
          <a:p>
            <a:pPr algn="ctr" eaLnBrk="1" fontAlgn="auto" hangingPunct="1">
              <a:spcBef>
                <a:spcPts val="0"/>
              </a:spcBef>
              <a:spcAft>
                <a:spcPts val="0"/>
              </a:spcAft>
              <a:defRPr/>
            </a:pPr>
            <a:endParaRPr lang="en-US" sz="1800" i="1" dirty="0"/>
          </a:p>
          <a:p>
            <a:pPr algn="ctr" eaLnBrk="1" fontAlgn="auto" hangingPunct="1">
              <a:spcBef>
                <a:spcPts val="0"/>
              </a:spcBef>
              <a:spcAft>
                <a:spcPts val="0"/>
              </a:spcAft>
              <a:defRPr/>
            </a:pPr>
            <a:endParaRPr lang="en-US" sz="2000" dirty="0"/>
          </a:p>
          <a:p>
            <a:pPr algn="ctr" eaLnBrk="1" fontAlgn="auto" hangingPunct="1">
              <a:spcBef>
                <a:spcPts val="0"/>
              </a:spcBef>
              <a:spcAft>
                <a:spcPts val="0"/>
              </a:spcAft>
              <a:defRPr/>
            </a:pPr>
            <a:endParaRPr lang="en-US" sz="2000" dirty="0"/>
          </a:p>
          <a:p>
            <a:pPr algn="ctr" eaLnBrk="1" fontAlgn="auto" hangingPunct="1">
              <a:spcBef>
                <a:spcPts val="0"/>
              </a:spcBef>
              <a:spcAft>
                <a:spcPts val="0"/>
              </a:spcAft>
              <a:defRPr/>
            </a:pPr>
            <a:r>
              <a:rPr lang="en-US" sz="2000" dirty="0"/>
              <a:t>Group No: 1</a:t>
            </a:r>
          </a:p>
          <a:p>
            <a:pPr algn="ctr" eaLnBrk="1" fontAlgn="auto" hangingPunct="1">
              <a:spcBef>
                <a:spcPts val="0"/>
              </a:spcBef>
              <a:spcAft>
                <a:spcPts val="0"/>
              </a:spcAft>
              <a:defRPr/>
            </a:pPr>
            <a:r>
              <a:rPr lang="en-US" sz="2000" dirty="0"/>
              <a:t>Charles Foo, Lee Kai Boo, Sagar Pratap Singh, </a:t>
            </a:r>
          </a:p>
          <a:p>
            <a:pPr algn="ctr" eaLnBrk="1" fontAlgn="auto" hangingPunct="1">
              <a:spcBef>
                <a:spcPts val="0"/>
              </a:spcBef>
              <a:spcAft>
                <a:spcPts val="0"/>
              </a:spcAft>
              <a:defRPr/>
            </a:pPr>
            <a:r>
              <a:rPr lang="en-US" sz="2000" dirty="0"/>
              <a:t>Sai Chin Kai (Clarence), Tan Ai Kun</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C3E5A4-A631-6D54-D404-D77D71C0BC11}"/>
              </a:ext>
            </a:extLst>
          </p:cNvPr>
          <p:cNvSpPr>
            <a:spLocks noGrp="1"/>
          </p:cNvSpPr>
          <p:nvPr>
            <p:ph type="title"/>
          </p:nvPr>
        </p:nvSpPr>
        <p:spPr>
          <a:xfrm>
            <a:off x="483042" y="348865"/>
            <a:ext cx="8078673" cy="877729"/>
          </a:xfrm>
        </p:spPr>
        <p:txBody>
          <a:bodyPr anchor="ctr">
            <a:normAutofit/>
          </a:bodyPr>
          <a:lstStyle/>
          <a:p>
            <a:r>
              <a:rPr lang="en-US" sz="3500" b="1">
                <a:solidFill>
                  <a:srgbClr val="FFFFFF"/>
                </a:solidFill>
              </a:rPr>
              <a:t>Investigation Roadmap</a:t>
            </a:r>
            <a:endParaRPr lang="en-SG" sz="3500" b="1">
              <a:solidFill>
                <a:srgbClr val="FFFFFF"/>
              </a:solidFill>
            </a:endParaRPr>
          </a:p>
        </p:txBody>
      </p:sp>
      <p:graphicFrame>
        <p:nvGraphicFramePr>
          <p:cNvPr id="6" name="Content Placeholder 2">
            <a:extLst>
              <a:ext uri="{FF2B5EF4-FFF2-40B4-BE49-F238E27FC236}">
                <a16:creationId xmlns:a16="http://schemas.microsoft.com/office/drawing/2014/main" id="{067BC438-F224-761F-BC1D-2DC5B5349351}"/>
              </a:ext>
            </a:extLst>
          </p:cNvPr>
          <p:cNvGraphicFramePr>
            <a:graphicFrameLocks noGrp="1"/>
          </p:cNvGraphicFramePr>
          <p:nvPr>
            <p:ph idx="1"/>
            <p:extLst>
              <p:ext uri="{D42A27DB-BD31-4B8C-83A1-F6EECF244321}">
                <p14:modId xmlns:p14="http://schemas.microsoft.com/office/powerpoint/2010/main" val="382436820"/>
              </p:ext>
            </p:extLst>
          </p:nvPr>
        </p:nvGraphicFramePr>
        <p:xfrm>
          <a:off x="483042" y="2112579"/>
          <a:ext cx="8195871"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98938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7C3C14-9874-EDC7-8C5A-13031CF23DE0}"/>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66756D-6005-41CF-E64D-A870A84F7C1A}"/>
              </a:ext>
            </a:extLst>
          </p:cNvPr>
          <p:cNvSpPr>
            <a:spLocks noGrp="1"/>
          </p:cNvSpPr>
          <p:nvPr>
            <p:ph type="title"/>
          </p:nvPr>
        </p:nvSpPr>
        <p:spPr>
          <a:xfrm>
            <a:off x="483042" y="348865"/>
            <a:ext cx="8078673" cy="877729"/>
          </a:xfrm>
        </p:spPr>
        <p:txBody>
          <a:bodyPr anchor="ctr">
            <a:normAutofit/>
          </a:bodyPr>
          <a:lstStyle/>
          <a:p>
            <a:r>
              <a:rPr lang="en-US" sz="3500" b="1">
                <a:solidFill>
                  <a:srgbClr val="FFFFFF"/>
                </a:solidFill>
              </a:rPr>
              <a:t>Objectives</a:t>
            </a:r>
            <a:endParaRPr lang="en-SG" sz="3500" b="1">
              <a:solidFill>
                <a:srgbClr val="FFFFFF"/>
              </a:solidFill>
            </a:endParaRPr>
          </a:p>
        </p:txBody>
      </p:sp>
      <p:graphicFrame>
        <p:nvGraphicFramePr>
          <p:cNvPr id="7" name="Content Placeholder 4">
            <a:extLst>
              <a:ext uri="{FF2B5EF4-FFF2-40B4-BE49-F238E27FC236}">
                <a16:creationId xmlns:a16="http://schemas.microsoft.com/office/drawing/2014/main" id="{19266172-3487-624D-CF24-80D5EC3D535F}"/>
              </a:ext>
            </a:extLst>
          </p:cNvPr>
          <p:cNvGraphicFramePr>
            <a:graphicFrameLocks noGrp="1"/>
          </p:cNvGraphicFramePr>
          <p:nvPr>
            <p:ph idx="1"/>
            <p:extLst>
              <p:ext uri="{D42A27DB-BD31-4B8C-83A1-F6EECF244321}">
                <p14:modId xmlns:p14="http://schemas.microsoft.com/office/powerpoint/2010/main" val="3739614183"/>
              </p:ext>
            </p:extLst>
          </p:nvPr>
        </p:nvGraphicFramePr>
        <p:xfrm>
          <a:off x="228600" y="1828801"/>
          <a:ext cx="8763000" cy="46803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136756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0D76865-7154-A491-ECBB-01CAEB24F6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6ABDFC-C0FC-E6E4-CB46-DF73FB17FB44}"/>
              </a:ext>
            </a:extLst>
          </p:cNvPr>
          <p:cNvSpPr>
            <a:spLocks noGrp="1"/>
          </p:cNvSpPr>
          <p:nvPr>
            <p:ph type="title"/>
          </p:nvPr>
        </p:nvSpPr>
        <p:spPr>
          <a:xfrm>
            <a:off x="628650" y="365125"/>
            <a:ext cx="7886700" cy="1325563"/>
          </a:xfrm>
        </p:spPr>
        <p:txBody>
          <a:bodyPr>
            <a:normAutofit/>
          </a:bodyPr>
          <a:lstStyle/>
          <a:p>
            <a:r>
              <a:rPr lang="en-US" b="1"/>
              <a:t>Workflow</a:t>
            </a:r>
            <a:endParaRPr lang="en-SG" b="1"/>
          </a:p>
        </p:txBody>
      </p:sp>
      <p:graphicFrame>
        <p:nvGraphicFramePr>
          <p:cNvPr id="29" name="Content Placeholder 28">
            <a:extLst>
              <a:ext uri="{FF2B5EF4-FFF2-40B4-BE49-F238E27FC236}">
                <a16:creationId xmlns:a16="http://schemas.microsoft.com/office/drawing/2014/main" id="{3B13D826-2D2D-C4B9-9B64-859634B11DDB}"/>
              </a:ext>
            </a:extLst>
          </p:cNvPr>
          <p:cNvGraphicFramePr>
            <a:graphicFrameLocks noGrp="1"/>
          </p:cNvGraphicFramePr>
          <p:nvPr>
            <p:ph idx="1"/>
            <p:extLst>
              <p:ext uri="{D42A27DB-BD31-4B8C-83A1-F6EECF244321}">
                <p14:modId xmlns:p14="http://schemas.microsoft.com/office/powerpoint/2010/main" val="298491808"/>
              </p:ext>
            </p:extLst>
          </p:nvPr>
        </p:nvGraphicFramePr>
        <p:xfrm>
          <a:off x="628650" y="1219200"/>
          <a:ext cx="7886700" cy="32035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0" name="Rounded Rectangle 29">
            <a:extLst>
              <a:ext uri="{FF2B5EF4-FFF2-40B4-BE49-F238E27FC236}">
                <a16:creationId xmlns:a16="http://schemas.microsoft.com/office/drawing/2014/main" id="{3DDF897D-0A9A-56DD-5245-8D96AA3BC606}"/>
              </a:ext>
            </a:extLst>
          </p:cNvPr>
          <p:cNvSpPr/>
          <p:nvPr/>
        </p:nvSpPr>
        <p:spPr>
          <a:xfrm>
            <a:off x="628650" y="4724400"/>
            <a:ext cx="7886700" cy="1676400"/>
          </a:xfrm>
          <a:prstGeom prst="round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43085090-5518-311A-8D78-4573F70E993A}"/>
              </a:ext>
            </a:extLst>
          </p:cNvPr>
          <p:cNvSpPr txBox="1"/>
          <p:nvPr/>
        </p:nvSpPr>
        <p:spPr>
          <a:xfrm>
            <a:off x="914400" y="4825044"/>
            <a:ext cx="6629400" cy="1569660"/>
          </a:xfrm>
          <a:prstGeom prst="rect">
            <a:avLst/>
          </a:prstGeom>
          <a:noFill/>
        </p:spPr>
        <p:txBody>
          <a:bodyPr wrap="square" rtlCol="0">
            <a:spAutoFit/>
          </a:bodyPr>
          <a:lstStyle/>
          <a:p>
            <a:r>
              <a:rPr lang="en-US" sz="1600">
                <a:solidFill>
                  <a:schemeClr val="bg1"/>
                </a:solidFill>
              </a:rPr>
              <a:t>SEED = 42</a:t>
            </a:r>
          </a:p>
          <a:p>
            <a:r>
              <a:rPr lang="en-US" sz="1600" err="1">
                <a:solidFill>
                  <a:schemeClr val="bg1"/>
                </a:solidFill>
              </a:rPr>
              <a:t>torch.manual_seed</a:t>
            </a:r>
            <a:r>
              <a:rPr lang="en-US" sz="1600">
                <a:solidFill>
                  <a:schemeClr val="bg1"/>
                </a:solidFill>
              </a:rPr>
              <a:t>(SEED)</a:t>
            </a:r>
          </a:p>
          <a:p>
            <a:r>
              <a:rPr lang="en-US" sz="1600" err="1">
                <a:solidFill>
                  <a:schemeClr val="bg1"/>
                </a:solidFill>
              </a:rPr>
              <a:t>np.random.seed</a:t>
            </a:r>
            <a:r>
              <a:rPr lang="en-US" sz="1600">
                <a:solidFill>
                  <a:schemeClr val="bg1"/>
                </a:solidFill>
              </a:rPr>
              <a:t>(SEED)</a:t>
            </a:r>
          </a:p>
          <a:p>
            <a:r>
              <a:rPr lang="en-US" sz="1600" err="1">
                <a:solidFill>
                  <a:schemeClr val="bg1"/>
                </a:solidFill>
              </a:rPr>
              <a:t>random.seed</a:t>
            </a:r>
            <a:r>
              <a:rPr lang="en-US" sz="1600">
                <a:solidFill>
                  <a:schemeClr val="bg1"/>
                </a:solidFill>
              </a:rPr>
              <a:t>(SEED)</a:t>
            </a:r>
          </a:p>
          <a:p>
            <a:r>
              <a:rPr lang="en-US" sz="1600" err="1">
                <a:solidFill>
                  <a:schemeClr val="bg1"/>
                </a:solidFill>
              </a:rPr>
              <a:t>torch.backends.cudnn.deterministic</a:t>
            </a:r>
            <a:r>
              <a:rPr lang="en-US" sz="1600">
                <a:solidFill>
                  <a:schemeClr val="bg1"/>
                </a:solidFill>
              </a:rPr>
              <a:t> = True</a:t>
            </a:r>
          </a:p>
          <a:p>
            <a:r>
              <a:rPr lang="en-US" sz="1600" err="1">
                <a:solidFill>
                  <a:schemeClr val="bg1"/>
                </a:solidFill>
              </a:rPr>
              <a:t>torch.backends.cudnn.benchmark</a:t>
            </a:r>
            <a:r>
              <a:rPr lang="en-US" sz="1600">
                <a:solidFill>
                  <a:schemeClr val="bg1"/>
                </a:solidFill>
              </a:rPr>
              <a:t> = False</a:t>
            </a:r>
          </a:p>
        </p:txBody>
      </p:sp>
      <p:sp>
        <p:nvSpPr>
          <p:cNvPr id="32" name="TextBox 31">
            <a:extLst>
              <a:ext uri="{FF2B5EF4-FFF2-40B4-BE49-F238E27FC236}">
                <a16:creationId xmlns:a16="http://schemas.microsoft.com/office/drawing/2014/main" id="{FB5DE1A8-64E2-5301-5AC4-630115B4D46E}"/>
              </a:ext>
            </a:extLst>
          </p:cNvPr>
          <p:cNvSpPr txBox="1"/>
          <p:nvPr/>
        </p:nvSpPr>
        <p:spPr>
          <a:xfrm>
            <a:off x="628650" y="4364339"/>
            <a:ext cx="3276600" cy="369332"/>
          </a:xfrm>
          <a:prstGeom prst="rect">
            <a:avLst/>
          </a:prstGeom>
          <a:noFill/>
        </p:spPr>
        <p:txBody>
          <a:bodyPr wrap="square" rtlCol="0">
            <a:spAutoFit/>
          </a:bodyPr>
          <a:lstStyle/>
          <a:p>
            <a:r>
              <a:rPr lang="en-US" b="1"/>
              <a:t>Reproducibility Setup</a:t>
            </a:r>
          </a:p>
        </p:txBody>
      </p:sp>
    </p:spTree>
    <p:extLst>
      <p:ext uri="{BB962C8B-B14F-4D97-AF65-F5344CB8AC3E}">
        <p14:creationId xmlns:p14="http://schemas.microsoft.com/office/powerpoint/2010/main" val="3503100284"/>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6CF3-F2BD-DE4A-A421-4F17909C1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24D9FD-1333-AD07-40FA-0D7A26ADDB4D}"/>
              </a:ext>
            </a:extLst>
          </p:cNvPr>
          <p:cNvSpPr>
            <a:spLocks noGrp="1"/>
          </p:cNvSpPr>
          <p:nvPr>
            <p:ph type="title"/>
          </p:nvPr>
        </p:nvSpPr>
        <p:spPr>
          <a:xfrm>
            <a:off x="628650" y="485788"/>
            <a:ext cx="7886700" cy="791030"/>
          </a:xfrm>
        </p:spPr>
        <p:txBody>
          <a:bodyPr>
            <a:normAutofit/>
          </a:bodyPr>
          <a:lstStyle/>
          <a:p>
            <a:r>
              <a:rPr lang="en-US" sz="3500" b="1"/>
              <a:t>CIFAR-10 Data Samples</a:t>
            </a:r>
            <a:endParaRPr lang="en-SG" sz="3500" b="1"/>
          </a:p>
        </p:txBody>
      </p:sp>
      <p:sp>
        <p:nvSpPr>
          <p:cNvPr id="14" name="TextBox 13">
            <a:extLst>
              <a:ext uri="{FF2B5EF4-FFF2-40B4-BE49-F238E27FC236}">
                <a16:creationId xmlns:a16="http://schemas.microsoft.com/office/drawing/2014/main" id="{87A97A11-9D16-69CA-95E9-53F876081387}"/>
              </a:ext>
            </a:extLst>
          </p:cNvPr>
          <p:cNvSpPr txBox="1"/>
          <p:nvPr/>
        </p:nvSpPr>
        <p:spPr>
          <a:xfrm>
            <a:off x="628650" y="1371600"/>
            <a:ext cx="7677150" cy="707886"/>
          </a:xfrm>
          <a:prstGeom prst="rect">
            <a:avLst/>
          </a:prstGeom>
          <a:noFill/>
        </p:spPr>
        <p:txBody>
          <a:bodyPr wrap="square" rtlCol="0">
            <a:spAutoFit/>
          </a:bodyPr>
          <a:lstStyle/>
          <a:p>
            <a:r>
              <a:rPr lang="en-SG" sz="2000"/>
              <a:t>Sample images shown below are de-normalized for visualization.  The model receives the normalized versions (ImageNet mean/std)</a:t>
            </a:r>
          </a:p>
        </p:txBody>
      </p:sp>
      <p:pic>
        <p:nvPicPr>
          <p:cNvPr id="4" name="Picture 3">
            <a:extLst>
              <a:ext uri="{FF2B5EF4-FFF2-40B4-BE49-F238E27FC236}">
                <a16:creationId xmlns:a16="http://schemas.microsoft.com/office/drawing/2014/main" id="{94CE1E55-C604-9751-145C-0F3CD9FB2815}"/>
              </a:ext>
            </a:extLst>
          </p:cNvPr>
          <p:cNvPicPr>
            <a:picLocks noChangeAspect="1"/>
          </p:cNvPicPr>
          <p:nvPr/>
        </p:nvPicPr>
        <p:blipFill>
          <a:blip r:embed="rId3"/>
          <a:stretch>
            <a:fillRect/>
          </a:stretch>
        </p:blipFill>
        <p:spPr>
          <a:xfrm>
            <a:off x="685800" y="2269050"/>
            <a:ext cx="7772400" cy="4142000"/>
          </a:xfrm>
          <a:prstGeom prst="rect">
            <a:avLst/>
          </a:prstGeom>
        </p:spPr>
      </p:pic>
    </p:spTree>
    <p:extLst>
      <p:ext uri="{BB962C8B-B14F-4D97-AF65-F5344CB8AC3E}">
        <p14:creationId xmlns:p14="http://schemas.microsoft.com/office/powerpoint/2010/main" val="9821436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459C16A-2F31-B006-D66B-EBD64C39F8D5}"/>
              </a:ext>
            </a:extLst>
          </p:cNvPr>
          <p:cNvPicPr>
            <a:picLocks noChangeAspect="1"/>
          </p:cNvPicPr>
          <p:nvPr/>
        </p:nvPicPr>
        <p:blipFill>
          <a:blip r:embed="rId2"/>
          <a:stretch>
            <a:fillRect/>
          </a:stretch>
        </p:blipFill>
        <p:spPr>
          <a:xfrm>
            <a:off x="685800" y="1916108"/>
            <a:ext cx="7772400" cy="3766565"/>
          </a:xfrm>
          <a:prstGeom prst="rect">
            <a:avLst/>
          </a:prstGeom>
        </p:spPr>
      </p:pic>
      <p:sp>
        <p:nvSpPr>
          <p:cNvPr id="8" name="Title 1">
            <a:extLst>
              <a:ext uri="{FF2B5EF4-FFF2-40B4-BE49-F238E27FC236}">
                <a16:creationId xmlns:a16="http://schemas.microsoft.com/office/drawing/2014/main" id="{8876F1C8-EF53-461C-FEFC-7535D9A95DFD}"/>
              </a:ext>
            </a:extLst>
          </p:cNvPr>
          <p:cNvSpPr>
            <a:spLocks noGrp="1"/>
          </p:cNvSpPr>
          <p:nvPr>
            <p:ph type="title"/>
          </p:nvPr>
        </p:nvSpPr>
        <p:spPr/>
        <p:txBody>
          <a:bodyPr>
            <a:normAutofit/>
          </a:bodyPr>
          <a:lstStyle/>
          <a:p>
            <a:r>
              <a:rPr lang="en-US" sz="3500" b="1"/>
              <a:t>MNIST Data Samples</a:t>
            </a:r>
            <a:endParaRPr lang="en-SG" sz="3500" b="1"/>
          </a:p>
        </p:txBody>
      </p:sp>
      <p:sp>
        <p:nvSpPr>
          <p:cNvPr id="9" name="TextBox 8">
            <a:extLst>
              <a:ext uri="{FF2B5EF4-FFF2-40B4-BE49-F238E27FC236}">
                <a16:creationId xmlns:a16="http://schemas.microsoft.com/office/drawing/2014/main" id="{922105C2-1BD1-75E0-7716-A9D2F5262C5D}"/>
              </a:ext>
            </a:extLst>
          </p:cNvPr>
          <p:cNvSpPr txBox="1"/>
          <p:nvPr/>
        </p:nvSpPr>
        <p:spPr>
          <a:xfrm>
            <a:off x="628650" y="1371600"/>
            <a:ext cx="7677150" cy="400110"/>
          </a:xfrm>
          <a:prstGeom prst="rect">
            <a:avLst/>
          </a:prstGeom>
          <a:noFill/>
        </p:spPr>
        <p:txBody>
          <a:bodyPr wrap="square" rtlCol="0">
            <a:spAutoFit/>
          </a:bodyPr>
          <a:lstStyle/>
          <a:p>
            <a:r>
              <a:rPr lang="en-SG" sz="2000"/>
              <a:t>Sample images shown below pre-normalization</a:t>
            </a:r>
          </a:p>
        </p:txBody>
      </p:sp>
    </p:spTree>
    <p:extLst>
      <p:ext uri="{BB962C8B-B14F-4D97-AF65-F5344CB8AC3E}">
        <p14:creationId xmlns:p14="http://schemas.microsoft.com/office/powerpoint/2010/main" val="42576220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61AB71-84FB-FF6F-D63A-26BEE71D8825}"/>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0"/>
            <a:ext cx="9143999"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096642" y="0"/>
            <a:ext cx="3047358"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783777" y="-3783778"/>
            <a:ext cx="1576446" cy="9144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E974098-CDD6-A5E0-0F17-7541F845B7AB}"/>
              </a:ext>
            </a:extLst>
          </p:cNvPr>
          <p:cNvSpPr>
            <a:spLocks noGrp="1"/>
          </p:cNvSpPr>
          <p:nvPr>
            <p:ph type="title"/>
          </p:nvPr>
        </p:nvSpPr>
        <p:spPr>
          <a:xfrm>
            <a:off x="483042" y="348865"/>
            <a:ext cx="8078673" cy="877729"/>
          </a:xfrm>
        </p:spPr>
        <p:txBody>
          <a:bodyPr vert="horz" lIns="91440" tIns="45720" rIns="91440" bIns="45720" rtlCol="0" anchor="ctr">
            <a:normAutofit/>
          </a:bodyPr>
          <a:lstStyle/>
          <a:p>
            <a:pPr defTabSz="914400"/>
            <a:r>
              <a:rPr lang="en-US" sz="3000" b="1" kern="1200">
                <a:solidFill>
                  <a:srgbClr val="FFFFFF"/>
                </a:solidFill>
                <a:latin typeface="+mj-lt"/>
                <a:ea typeface="+mj-ea"/>
                <a:cs typeface="+mj-cs"/>
              </a:rPr>
              <a:t>CIFAR-10 &amp; MNIST Dataset &amp; Preprocessing</a:t>
            </a:r>
          </a:p>
        </p:txBody>
      </p:sp>
      <p:graphicFrame>
        <p:nvGraphicFramePr>
          <p:cNvPr id="8" name="Content Placeholder 7">
            <a:extLst>
              <a:ext uri="{FF2B5EF4-FFF2-40B4-BE49-F238E27FC236}">
                <a16:creationId xmlns:a16="http://schemas.microsoft.com/office/drawing/2014/main" id="{548F287D-96AA-D1EF-755D-E916FCAE89E0}"/>
              </a:ext>
            </a:extLst>
          </p:cNvPr>
          <p:cNvGraphicFramePr>
            <a:graphicFrameLocks noGrp="1"/>
          </p:cNvGraphicFramePr>
          <p:nvPr>
            <p:ph sz="half" idx="2"/>
            <p:extLst>
              <p:ext uri="{D42A27DB-BD31-4B8C-83A1-F6EECF244321}">
                <p14:modId xmlns:p14="http://schemas.microsoft.com/office/powerpoint/2010/main" val="3474881631"/>
              </p:ext>
            </p:extLst>
          </p:nvPr>
        </p:nvGraphicFramePr>
        <p:xfrm>
          <a:off x="483042" y="2422992"/>
          <a:ext cx="8195872" cy="3571980"/>
        </p:xfrm>
        <a:graphic>
          <a:graphicData uri="http://schemas.openxmlformats.org/drawingml/2006/table">
            <a:tbl>
              <a:tblPr firstRow="1" bandRow="1">
                <a:tableStyleId>{B301B821-A1FF-4177-AEE7-76D212191A09}</a:tableStyleId>
              </a:tblPr>
              <a:tblGrid>
                <a:gridCol w="1687739">
                  <a:extLst>
                    <a:ext uri="{9D8B030D-6E8A-4147-A177-3AD203B41FA5}">
                      <a16:colId xmlns:a16="http://schemas.microsoft.com/office/drawing/2014/main" val="3353809501"/>
                    </a:ext>
                  </a:extLst>
                </a:gridCol>
                <a:gridCol w="2997350">
                  <a:extLst>
                    <a:ext uri="{9D8B030D-6E8A-4147-A177-3AD203B41FA5}">
                      <a16:colId xmlns:a16="http://schemas.microsoft.com/office/drawing/2014/main" val="3797968174"/>
                    </a:ext>
                  </a:extLst>
                </a:gridCol>
                <a:gridCol w="3510783">
                  <a:extLst>
                    <a:ext uri="{9D8B030D-6E8A-4147-A177-3AD203B41FA5}">
                      <a16:colId xmlns:a16="http://schemas.microsoft.com/office/drawing/2014/main" val="4015832084"/>
                    </a:ext>
                  </a:extLst>
                </a:gridCol>
              </a:tblGrid>
              <a:tr h="346674">
                <a:tc>
                  <a:txBody>
                    <a:bodyPr/>
                    <a:lstStyle/>
                    <a:p>
                      <a:endParaRPr lang="en-US" sz="1400" b="1">
                        <a:latin typeface="Calibri" panose="020F0502020204030204" pitchFamily="34" charset="0"/>
                        <a:cs typeface="Calibri" panose="020F0502020204030204" pitchFamily="34" charset="0"/>
                      </a:endParaRPr>
                    </a:p>
                  </a:txBody>
                  <a:tcPr marL="92859" marR="92859" marT="46430" marB="4643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r>
                        <a:rPr lang="en-US" sz="1400" b="1">
                          <a:latin typeface="Calibri" panose="020F0502020204030204" pitchFamily="34" charset="0"/>
                          <a:cs typeface="Calibri" panose="020F0502020204030204" pitchFamily="34" charset="0"/>
                        </a:rPr>
                        <a:t>CIFAR-10</a:t>
                      </a:r>
                    </a:p>
                  </a:txBody>
                  <a:tcPr marL="92859" marR="92859" marT="46430" marB="4643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r>
                        <a:rPr lang="en-US" sz="1400" b="1">
                          <a:latin typeface="Calibri" panose="020F0502020204030204" pitchFamily="34" charset="0"/>
                          <a:cs typeface="Calibri" panose="020F0502020204030204" pitchFamily="34" charset="0"/>
                        </a:rPr>
                        <a:t>MNIST</a:t>
                      </a:r>
                    </a:p>
                  </a:txBody>
                  <a:tcPr marL="92859" marR="92859" marT="46430" marB="4643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3658183984"/>
                  </a:ext>
                </a:extLst>
              </a:tr>
              <a:tr h="563345">
                <a:tc>
                  <a:txBody>
                    <a:bodyPr/>
                    <a:lstStyle/>
                    <a:p>
                      <a:r>
                        <a:rPr lang="en-US" sz="1400" b="1">
                          <a:latin typeface="Calibri" panose="020F0502020204030204" pitchFamily="34" charset="0"/>
                          <a:cs typeface="Calibri" panose="020F0502020204030204" pitchFamily="34" charset="0"/>
                        </a:rPr>
                        <a:t>Dataset type</a:t>
                      </a:r>
                    </a:p>
                  </a:txBody>
                  <a:tcPr marL="92859" marR="92859" marT="46430" marB="4643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r>
                        <a:rPr lang="en-US" sz="1400" b="0">
                          <a:latin typeface="Calibri" panose="020F0502020204030204" pitchFamily="34" charset="0"/>
                          <a:cs typeface="Calibri" panose="020F0502020204030204" pitchFamily="34" charset="0"/>
                        </a:rPr>
                        <a:t>32x32 RGB images</a:t>
                      </a:r>
                    </a:p>
                    <a:p>
                      <a:r>
                        <a:rPr lang="en-US" sz="1400" b="0">
                          <a:latin typeface="Calibri" panose="020F0502020204030204" pitchFamily="34" charset="0"/>
                          <a:cs typeface="Calibri" panose="020F0502020204030204" pitchFamily="34" charset="0"/>
                        </a:rPr>
                        <a:t>10 object classes (airplane, car, etc.) </a:t>
                      </a:r>
                    </a:p>
                  </a:txBody>
                  <a:tcPr marL="92859" marR="92859" marT="46430" marB="4643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r>
                        <a:rPr lang="en-US" sz="1400" b="0">
                          <a:latin typeface="Calibri" panose="020F0502020204030204" pitchFamily="34" charset="0"/>
                          <a:cs typeface="Calibri" panose="020F0502020204030204" pitchFamily="34" charset="0"/>
                        </a:rPr>
                        <a:t>28x28 Grayscale</a:t>
                      </a:r>
                    </a:p>
                    <a:p>
                      <a:r>
                        <a:rPr lang="en-US" sz="1400" b="0">
                          <a:latin typeface="Calibri" panose="020F0502020204030204" pitchFamily="34" charset="0"/>
                          <a:cs typeface="Calibri" panose="020F0502020204030204" pitchFamily="34" charset="0"/>
                        </a:rPr>
                        <a:t>10 -digit classes (0-9)</a:t>
                      </a:r>
                    </a:p>
                  </a:txBody>
                  <a:tcPr marL="92859" marR="92859" marT="46430" marB="4643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3282765695"/>
                  </a:ext>
                </a:extLst>
              </a:tr>
              <a:tr h="563345">
                <a:tc>
                  <a:txBody>
                    <a:bodyPr/>
                    <a:lstStyle/>
                    <a:p>
                      <a:r>
                        <a:rPr lang="en-US" sz="1400" b="1">
                          <a:latin typeface="Calibri" panose="020F0502020204030204" pitchFamily="34" charset="0"/>
                          <a:cs typeface="Calibri" panose="020F0502020204030204" pitchFamily="34" charset="0"/>
                        </a:rPr>
                        <a:t>Size</a:t>
                      </a:r>
                    </a:p>
                  </a:txBody>
                  <a:tcPr marL="92859" marR="92859" marT="46430" marB="4643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r>
                        <a:rPr lang="en-US" sz="1400" b="0">
                          <a:latin typeface="Calibri" panose="020F0502020204030204" pitchFamily="34" charset="0"/>
                          <a:cs typeface="Calibri" panose="020F0502020204030204" pitchFamily="34" charset="0"/>
                        </a:rPr>
                        <a:t>60,000</a:t>
                      </a:r>
                    </a:p>
                    <a:p>
                      <a:r>
                        <a:rPr lang="en-US" sz="1400" b="0">
                          <a:latin typeface="Calibri" panose="020F0502020204030204" pitchFamily="34" charset="0"/>
                          <a:cs typeface="Calibri" panose="020F0502020204030204" pitchFamily="34" charset="0"/>
                        </a:rPr>
                        <a:t>50k training, 10k test samples</a:t>
                      </a:r>
                    </a:p>
                  </a:txBody>
                  <a:tcPr marL="92859" marR="92859" marT="46430" marB="4643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r>
                        <a:rPr lang="en-US" sz="1400" b="0">
                          <a:latin typeface="Calibri" panose="020F0502020204030204" pitchFamily="34" charset="0"/>
                          <a:cs typeface="Calibri" panose="020F0502020204030204" pitchFamily="34" charset="0"/>
                        </a:rPr>
                        <a:t>70,000</a:t>
                      </a:r>
                    </a:p>
                    <a:p>
                      <a:r>
                        <a:rPr lang="en-US" sz="1400" b="0">
                          <a:latin typeface="Calibri" panose="020F0502020204030204" pitchFamily="34" charset="0"/>
                          <a:cs typeface="Calibri" panose="020F0502020204030204" pitchFamily="34" charset="0"/>
                        </a:rPr>
                        <a:t>60k training, 10k test samples</a:t>
                      </a:r>
                    </a:p>
                  </a:txBody>
                  <a:tcPr marL="92859" marR="92859" marT="46430" marB="4643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2272387645"/>
                  </a:ext>
                </a:extLst>
              </a:tr>
              <a:tr h="346674">
                <a:tc>
                  <a:txBody>
                    <a:bodyPr/>
                    <a:lstStyle/>
                    <a:p>
                      <a:r>
                        <a:rPr lang="en-US" sz="1400" b="1">
                          <a:latin typeface="Calibri" panose="020F0502020204030204" pitchFamily="34" charset="0"/>
                          <a:cs typeface="Calibri" panose="020F0502020204030204" pitchFamily="34" charset="0"/>
                        </a:rPr>
                        <a:t>Normalization</a:t>
                      </a:r>
                    </a:p>
                  </a:txBody>
                  <a:tcPr marL="92859" marR="92859" marT="46430" marB="4643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gridSpan="2">
                  <a:txBody>
                    <a:bodyPr/>
                    <a:lstStyle/>
                    <a:p>
                      <a:r>
                        <a:rPr lang="en-US" sz="1400" b="0">
                          <a:latin typeface="Calibri" panose="020F0502020204030204" pitchFamily="34" charset="0"/>
                          <a:cs typeface="Calibri" panose="020F0502020204030204" pitchFamily="34" charset="0"/>
                        </a:rPr>
                        <a:t>Normalized with ImageNet stats for stable training on pretrained </a:t>
                      </a:r>
                      <a:r>
                        <a:rPr lang="en-US" sz="1400" b="0" err="1">
                          <a:latin typeface="Calibri" panose="020F0502020204030204" pitchFamily="34" charset="0"/>
                          <a:cs typeface="Calibri" panose="020F0502020204030204" pitchFamily="34" charset="0"/>
                        </a:rPr>
                        <a:t>ResNet</a:t>
                      </a:r>
                      <a:endParaRPr lang="en-US" sz="1400" b="0">
                        <a:latin typeface="Calibri" panose="020F0502020204030204" pitchFamily="34" charset="0"/>
                        <a:cs typeface="Calibri" panose="020F0502020204030204" pitchFamily="34" charset="0"/>
                      </a:endParaRPr>
                    </a:p>
                  </a:txBody>
                  <a:tcPr marL="92859" marR="92859" marT="46430" marB="4643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hMerge="1">
                  <a:txBody>
                    <a:bodyPr/>
                    <a:lstStyle/>
                    <a:p>
                      <a:endParaRPr lang="en-US" sz="1400" b="1">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4287888904"/>
                  </a:ext>
                </a:extLst>
              </a:tr>
              <a:tr h="346674">
                <a:tc>
                  <a:txBody>
                    <a:bodyPr/>
                    <a:lstStyle/>
                    <a:p>
                      <a:r>
                        <a:rPr lang="en-US" sz="1400" b="1">
                          <a:latin typeface="Calibri" panose="020F0502020204030204" pitchFamily="34" charset="0"/>
                          <a:cs typeface="Calibri" panose="020F0502020204030204" pitchFamily="34" charset="0"/>
                        </a:rPr>
                        <a:t>Channels</a:t>
                      </a:r>
                    </a:p>
                  </a:txBody>
                  <a:tcPr marL="92859" marR="92859" marT="46430" marB="4643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r>
                        <a:rPr lang="en-US" sz="1400" b="0">
                          <a:latin typeface="Calibri" panose="020F0502020204030204" pitchFamily="34" charset="0"/>
                          <a:cs typeface="Calibri" panose="020F0502020204030204" pitchFamily="34" charset="0"/>
                        </a:rPr>
                        <a:t>3 (RGB) - ready</a:t>
                      </a:r>
                    </a:p>
                  </a:txBody>
                  <a:tcPr marL="92859" marR="92859" marT="46430" marB="4643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r>
                        <a:rPr lang="en-US" sz="1400" b="0">
                          <a:latin typeface="Calibri" panose="020F0502020204030204" pitchFamily="34" charset="0"/>
                          <a:cs typeface="Calibri" panose="020F0502020204030204" pitchFamily="34" charset="0"/>
                        </a:rPr>
                        <a:t>1 (expand to 3 channels)</a:t>
                      </a:r>
                    </a:p>
                  </a:txBody>
                  <a:tcPr marL="92859" marR="92859" marT="46430" marB="4643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728707654"/>
                  </a:ext>
                </a:extLst>
              </a:tr>
              <a:tr h="346674">
                <a:tc>
                  <a:txBody>
                    <a:bodyPr/>
                    <a:lstStyle/>
                    <a:p>
                      <a:r>
                        <a:rPr lang="en-US" sz="1400" b="1">
                          <a:latin typeface="Calibri" panose="020F0502020204030204" pitchFamily="34" charset="0"/>
                          <a:cs typeface="Calibri" panose="020F0502020204030204" pitchFamily="34" charset="0"/>
                        </a:rPr>
                        <a:t>Batching</a:t>
                      </a:r>
                    </a:p>
                  </a:txBody>
                  <a:tcPr marL="92859" marR="92859" marT="46430" marB="4643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r>
                        <a:rPr lang="en-US" sz="1400" b="0" err="1">
                          <a:latin typeface="Calibri" panose="020F0502020204030204" pitchFamily="34" charset="0"/>
                          <a:cs typeface="Calibri" panose="020F0502020204030204" pitchFamily="34" charset="0"/>
                        </a:rPr>
                        <a:t>DataLoader</a:t>
                      </a:r>
                      <a:r>
                        <a:rPr lang="en-US" sz="1400" b="0">
                          <a:latin typeface="Calibri" panose="020F0502020204030204" pitchFamily="34" charset="0"/>
                          <a:cs typeface="Calibri" panose="020F0502020204030204" pitchFamily="34" charset="0"/>
                        </a:rPr>
                        <a:t> mini-batches</a:t>
                      </a:r>
                    </a:p>
                  </a:txBody>
                  <a:tcPr marL="92859" marR="92859" marT="46430" marB="4643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r>
                        <a:rPr lang="en-US" sz="1400" b="0" err="1">
                          <a:latin typeface="Calibri" panose="020F0502020204030204" pitchFamily="34" charset="0"/>
                          <a:cs typeface="Calibri" panose="020F0502020204030204" pitchFamily="34" charset="0"/>
                        </a:rPr>
                        <a:t>DataLoader</a:t>
                      </a:r>
                      <a:r>
                        <a:rPr lang="en-US" sz="1400" b="0">
                          <a:latin typeface="Calibri" panose="020F0502020204030204" pitchFamily="34" charset="0"/>
                          <a:cs typeface="Calibri" panose="020F0502020204030204" pitchFamily="34" charset="0"/>
                        </a:rPr>
                        <a:t>, </a:t>
                      </a:r>
                      <a:r>
                        <a:rPr lang="en-US" sz="1400" b="0" err="1">
                          <a:latin typeface="Calibri" panose="020F0502020204030204" pitchFamily="34" charset="0"/>
                          <a:cs typeface="Calibri" panose="020F0502020204030204" pitchFamily="34" charset="0"/>
                        </a:rPr>
                        <a:t>batch_size</a:t>
                      </a:r>
                      <a:r>
                        <a:rPr lang="en-US" sz="1400" b="0">
                          <a:latin typeface="Calibri" panose="020F0502020204030204" pitchFamily="34" charset="0"/>
                          <a:cs typeface="Calibri" panose="020F0502020204030204" pitchFamily="34" charset="0"/>
                        </a:rPr>
                        <a:t> 256</a:t>
                      </a:r>
                    </a:p>
                  </a:txBody>
                  <a:tcPr marL="92859" marR="92859" marT="46430" marB="4643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2281638273"/>
                  </a:ext>
                </a:extLst>
              </a:tr>
              <a:tr h="1058594">
                <a:tc>
                  <a:txBody>
                    <a:bodyPr/>
                    <a:lstStyle/>
                    <a:p>
                      <a:r>
                        <a:rPr lang="en-US" sz="1400" b="1">
                          <a:latin typeface="Calibri" panose="020F0502020204030204" pitchFamily="34" charset="0"/>
                          <a:cs typeface="Calibri" panose="020F0502020204030204" pitchFamily="34" charset="0"/>
                        </a:rPr>
                        <a:t>Code</a:t>
                      </a:r>
                    </a:p>
                  </a:txBody>
                  <a:tcPr marL="92859" marR="92859" marT="46430" marB="4643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r>
                        <a:rPr lang="en-SG" sz="1200" i="1" kern="1200">
                          <a:solidFill>
                            <a:schemeClr val="dk1"/>
                          </a:solidFill>
                          <a:effectLst/>
                          <a:latin typeface="+mn-lt"/>
                          <a:ea typeface="+mn-ea"/>
                          <a:cs typeface="+mn-cs"/>
                        </a:rPr>
                        <a:t>transform = </a:t>
                      </a:r>
                      <a:r>
                        <a:rPr lang="en-SG" sz="1200" i="1" kern="1200" err="1">
                          <a:solidFill>
                            <a:schemeClr val="dk1"/>
                          </a:solidFill>
                          <a:effectLst/>
                          <a:latin typeface="+mn-lt"/>
                          <a:ea typeface="+mn-ea"/>
                          <a:cs typeface="+mn-cs"/>
                        </a:rPr>
                        <a:t>transforms.Compose</a:t>
                      </a:r>
                      <a:r>
                        <a:rPr lang="en-SG" sz="1200" i="1" kern="1200">
                          <a:solidFill>
                            <a:schemeClr val="dk1"/>
                          </a:solidFill>
                          <a:effectLst/>
                          <a:latin typeface="+mn-lt"/>
                          <a:ea typeface="+mn-ea"/>
                          <a:cs typeface="+mn-cs"/>
                        </a:rPr>
                        <a:t>([</a:t>
                      </a:r>
                    </a:p>
                    <a:p>
                      <a:r>
                        <a:rPr lang="en-SG" sz="1200" i="1" kern="1200">
                          <a:solidFill>
                            <a:schemeClr val="dk1"/>
                          </a:solidFill>
                          <a:effectLst/>
                          <a:latin typeface="+mn-lt"/>
                          <a:ea typeface="+mn-ea"/>
                          <a:cs typeface="+mn-cs"/>
                        </a:rPr>
                        <a:t>    Resize((224,224)),</a:t>
                      </a:r>
                    </a:p>
                    <a:p>
                      <a:r>
                        <a:rPr lang="en-SG" sz="1200" i="1" kern="1200">
                          <a:solidFill>
                            <a:schemeClr val="dk1"/>
                          </a:solidFill>
                          <a:effectLst/>
                          <a:latin typeface="+mn-lt"/>
                          <a:ea typeface="+mn-ea"/>
                          <a:cs typeface="+mn-cs"/>
                        </a:rPr>
                        <a:t>    </a:t>
                      </a:r>
                      <a:r>
                        <a:rPr lang="en-SG" sz="1200" i="1" kern="1200" err="1">
                          <a:solidFill>
                            <a:schemeClr val="dk1"/>
                          </a:solidFill>
                          <a:effectLst/>
                          <a:latin typeface="+mn-lt"/>
                          <a:ea typeface="+mn-ea"/>
                          <a:cs typeface="+mn-cs"/>
                        </a:rPr>
                        <a:t>ToTensor</a:t>
                      </a:r>
                      <a:r>
                        <a:rPr lang="en-SG" sz="1200" i="1" kern="1200">
                          <a:solidFill>
                            <a:schemeClr val="dk1"/>
                          </a:solidFill>
                          <a:effectLst/>
                          <a:latin typeface="+mn-lt"/>
                          <a:ea typeface="+mn-ea"/>
                          <a:cs typeface="+mn-cs"/>
                        </a:rPr>
                        <a:t>(),</a:t>
                      </a:r>
                    </a:p>
                    <a:p>
                      <a:r>
                        <a:rPr lang="en-SG" sz="1200" i="1" kern="1200">
                          <a:solidFill>
                            <a:schemeClr val="dk1"/>
                          </a:solidFill>
                          <a:effectLst/>
                          <a:latin typeface="+mn-lt"/>
                          <a:ea typeface="+mn-ea"/>
                          <a:cs typeface="+mn-cs"/>
                        </a:rPr>
                        <a:t>    Normalize(ImageNet mean/std)</a:t>
                      </a:r>
                    </a:p>
                    <a:p>
                      <a:r>
                        <a:rPr lang="en-SG" sz="1200" i="1" kern="1200">
                          <a:solidFill>
                            <a:schemeClr val="dk1"/>
                          </a:solidFill>
                          <a:effectLst/>
                          <a:latin typeface="+mn-lt"/>
                          <a:ea typeface="+mn-ea"/>
                          <a:cs typeface="+mn-cs"/>
                        </a:rPr>
                        <a:t>])</a:t>
                      </a:r>
                    </a:p>
                  </a:txBody>
                  <a:tcPr marL="92859" marR="92859" marT="46430" marB="4643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r>
                        <a:rPr lang="en-SG" sz="1200" b="0" i="1" kern="1200">
                          <a:solidFill>
                            <a:schemeClr val="dk1"/>
                          </a:solidFill>
                          <a:effectLst/>
                          <a:latin typeface="+mn-lt"/>
                          <a:ea typeface="+mn-ea"/>
                          <a:cs typeface="+mn-cs"/>
                        </a:rPr>
                        <a:t>transform = Compose([</a:t>
                      </a:r>
                    </a:p>
                    <a:p>
                      <a:r>
                        <a:rPr lang="en-SG" sz="1200" b="0" i="1" kern="1200">
                          <a:solidFill>
                            <a:schemeClr val="dk1"/>
                          </a:solidFill>
                          <a:effectLst/>
                          <a:latin typeface="+mn-lt"/>
                          <a:ea typeface="+mn-ea"/>
                          <a:cs typeface="+mn-cs"/>
                        </a:rPr>
                        <a:t>Grayscale(</a:t>
                      </a:r>
                      <a:r>
                        <a:rPr lang="en-SG" sz="1200" b="0" i="1" kern="1200" err="1">
                          <a:solidFill>
                            <a:schemeClr val="dk1"/>
                          </a:solidFill>
                          <a:effectLst/>
                          <a:latin typeface="+mn-lt"/>
                          <a:ea typeface="+mn-ea"/>
                          <a:cs typeface="+mn-cs"/>
                        </a:rPr>
                        <a:t>num_output_channels</a:t>
                      </a:r>
                      <a:r>
                        <a:rPr lang="en-SG" sz="1200" b="0" i="1" kern="1200">
                          <a:solidFill>
                            <a:schemeClr val="dk1"/>
                          </a:solidFill>
                          <a:effectLst/>
                          <a:latin typeface="+mn-lt"/>
                          <a:ea typeface="+mn-ea"/>
                          <a:cs typeface="+mn-cs"/>
                        </a:rPr>
                        <a:t>=3), </a:t>
                      </a:r>
                      <a:r>
                        <a:rPr lang="en-SG" sz="1200" b="0" i="1" kern="1200" err="1">
                          <a:solidFill>
                            <a:schemeClr val="dk1"/>
                          </a:solidFill>
                          <a:effectLst/>
                          <a:latin typeface="+mn-lt"/>
                          <a:ea typeface="+mn-ea"/>
                          <a:cs typeface="+mn-cs"/>
                        </a:rPr>
                        <a:t>ToTensor</a:t>
                      </a:r>
                      <a:r>
                        <a:rPr lang="en-SG" sz="1200" b="0" i="1" kern="1200">
                          <a:solidFill>
                            <a:schemeClr val="dk1"/>
                          </a:solidFill>
                          <a:effectLst/>
                          <a:latin typeface="+mn-lt"/>
                          <a:ea typeface="+mn-ea"/>
                          <a:cs typeface="+mn-cs"/>
                        </a:rPr>
                        <a:t>(),</a:t>
                      </a:r>
                    </a:p>
                    <a:p>
                      <a:r>
                        <a:rPr lang="en-SG" sz="1200" b="0" i="1" kern="1200">
                          <a:solidFill>
                            <a:schemeClr val="dk1"/>
                          </a:solidFill>
                          <a:effectLst/>
                          <a:latin typeface="+mn-lt"/>
                          <a:ea typeface="+mn-ea"/>
                          <a:cs typeface="+mn-cs"/>
                        </a:rPr>
                        <a:t>Normalize(ImageNet mean/std),</a:t>
                      </a:r>
                    </a:p>
                    <a:p>
                      <a:r>
                        <a:rPr lang="en-SG" sz="1200" b="0" i="1" kern="1200">
                          <a:solidFill>
                            <a:schemeClr val="dk1"/>
                          </a:solidFill>
                          <a:effectLst/>
                          <a:latin typeface="+mn-lt"/>
                          <a:ea typeface="+mn-ea"/>
                          <a:cs typeface="+mn-cs"/>
                        </a:rPr>
                        <a:t>])</a:t>
                      </a:r>
                    </a:p>
                  </a:txBody>
                  <a:tcPr marL="92859" marR="92859" marT="46430" marB="46430">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3917112104"/>
                  </a:ext>
                </a:extLst>
              </a:tr>
            </a:tbl>
          </a:graphicData>
        </a:graphic>
      </p:graphicFrame>
    </p:spTree>
    <p:extLst>
      <p:ext uri="{BB962C8B-B14F-4D97-AF65-F5344CB8AC3E}">
        <p14:creationId xmlns:p14="http://schemas.microsoft.com/office/powerpoint/2010/main" val="1856922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49B3B5-3BA0-6182-2823-FF6EB92D45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8AD4F8-A584-50D8-8487-09E4D51670E5}"/>
              </a:ext>
            </a:extLst>
          </p:cNvPr>
          <p:cNvSpPr>
            <a:spLocks noGrp="1"/>
          </p:cNvSpPr>
          <p:nvPr>
            <p:ph type="title"/>
          </p:nvPr>
        </p:nvSpPr>
        <p:spPr>
          <a:xfrm>
            <a:off x="629841" y="365127"/>
            <a:ext cx="7886700" cy="722894"/>
          </a:xfrm>
        </p:spPr>
        <p:txBody>
          <a:bodyPr>
            <a:normAutofit/>
          </a:bodyPr>
          <a:lstStyle/>
          <a:p>
            <a:r>
              <a:rPr lang="en-US" sz="3500" b="1"/>
              <a:t>Model Architectures &amp; Training</a:t>
            </a:r>
          </a:p>
        </p:txBody>
      </p:sp>
      <p:graphicFrame>
        <p:nvGraphicFramePr>
          <p:cNvPr id="8" name="Content Placeholder 7">
            <a:extLst>
              <a:ext uri="{FF2B5EF4-FFF2-40B4-BE49-F238E27FC236}">
                <a16:creationId xmlns:a16="http://schemas.microsoft.com/office/drawing/2014/main" id="{2219B4A0-4DA7-7A93-2D72-8735B284E6E4}"/>
              </a:ext>
            </a:extLst>
          </p:cNvPr>
          <p:cNvGraphicFramePr>
            <a:graphicFrameLocks noGrp="1"/>
          </p:cNvGraphicFramePr>
          <p:nvPr>
            <p:ph sz="half" idx="2"/>
            <p:extLst>
              <p:ext uri="{D42A27DB-BD31-4B8C-83A1-F6EECF244321}">
                <p14:modId xmlns:p14="http://schemas.microsoft.com/office/powerpoint/2010/main" val="3263798572"/>
              </p:ext>
            </p:extLst>
          </p:nvPr>
        </p:nvGraphicFramePr>
        <p:xfrm>
          <a:off x="629840" y="1323975"/>
          <a:ext cx="7634484" cy="4334260"/>
        </p:xfrm>
        <a:graphic>
          <a:graphicData uri="http://schemas.openxmlformats.org/drawingml/2006/table">
            <a:tbl>
              <a:tblPr firstRow="1" bandRow="1">
                <a:tableStyleId>{B301B821-A1FF-4177-AEE7-76D212191A09}</a:tableStyleId>
              </a:tblPr>
              <a:tblGrid>
                <a:gridCol w="1661947">
                  <a:extLst>
                    <a:ext uri="{9D8B030D-6E8A-4147-A177-3AD203B41FA5}">
                      <a16:colId xmlns:a16="http://schemas.microsoft.com/office/drawing/2014/main" val="3353809501"/>
                    </a:ext>
                  </a:extLst>
                </a:gridCol>
                <a:gridCol w="2951545">
                  <a:extLst>
                    <a:ext uri="{9D8B030D-6E8A-4147-A177-3AD203B41FA5}">
                      <a16:colId xmlns:a16="http://schemas.microsoft.com/office/drawing/2014/main" val="3797968174"/>
                    </a:ext>
                  </a:extLst>
                </a:gridCol>
                <a:gridCol w="3020992">
                  <a:extLst>
                    <a:ext uri="{9D8B030D-6E8A-4147-A177-3AD203B41FA5}">
                      <a16:colId xmlns:a16="http://schemas.microsoft.com/office/drawing/2014/main" val="4015832084"/>
                    </a:ext>
                  </a:extLst>
                </a:gridCol>
              </a:tblGrid>
              <a:tr h="323173">
                <a:tc>
                  <a:txBody>
                    <a:bodyPr/>
                    <a:lstStyle/>
                    <a:p>
                      <a:endParaRPr lang="en-US" sz="1400" b="1">
                        <a:latin typeface="Calibri" panose="020F0502020204030204" pitchFamily="34" charset="0"/>
                        <a:cs typeface="Calibri" panose="020F0502020204030204" pitchFamily="34" charset="0"/>
                      </a:endParaRP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r>
                        <a:rPr lang="en-US" sz="1400" b="1">
                          <a:latin typeface="Calibri" panose="020F0502020204030204" pitchFamily="34" charset="0"/>
                          <a:cs typeface="Calibri" panose="020F0502020204030204" pitchFamily="34" charset="0"/>
                        </a:rPr>
                        <a:t>FT ResNet-18 on CIFAR-10</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r>
                        <a:rPr lang="en-US" sz="1400" b="1">
                          <a:latin typeface="Calibri" panose="020F0502020204030204" pitchFamily="34" charset="0"/>
                          <a:cs typeface="Calibri" panose="020F0502020204030204" pitchFamily="34" charset="0"/>
                        </a:rPr>
                        <a:t>FT ResNet-50 on MNIST</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3658183984"/>
                  </a:ext>
                </a:extLst>
              </a:tr>
              <a:tr h="323173">
                <a:tc>
                  <a:txBody>
                    <a:bodyPr/>
                    <a:lstStyle/>
                    <a:p>
                      <a:r>
                        <a:rPr lang="en-US" sz="1400" b="1">
                          <a:latin typeface="Calibri" panose="020F0502020204030204" pitchFamily="34" charset="0"/>
                          <a:cs typeface="Calibri" panose="020F0502020204030204" pitchFamily="34" charset="0"/>
                        </a:rPr>
                        <a:t>Backbone</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r>
                        <a:rPr lang="en-US" sz="1400" b="0">
                          <a:latin typeface="Calibri" panose="020F0502020204030204" pitchFamily="34" charset="0"/>
                          <a:cs typeface="Calibri" panose="020F0502020204030204" pitchFamily="34" charset="0"/>
                        </a:rPr>
                        <a:t>ResNet-18 pretrained on ImageNet</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r>
                        <a:rPr lang="en-US" sz="1400" b="0">
                          <a:latin typeface="Calibri" panose="020F0502020204030204" pitchFamily="34" charset="0"/>
                          <a:cs typeface="Calibri" panose="020F0502020204030204" pitchFamily="34" charset="0"/>
                        </a:rPr>
                        <a:t>ResNet-50 pretrained on ImageNet</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3282765695"/>
                  </a:ext>
                </a:extLst>
              </a:tr>
              <a:tr h="323173">
                <a:tc>
                  <a:txBody>
                    <a:bodyPr/>
                    <a:lstStyle/>
                    <a:p>
                      <a:r>
                        <a:rPr lang="en-US" sz="1400" b="1">
                          <a:latin typeface="Calibri" panose="020F0502020204030204" pitchFamily="34" charset="0"/>
                          <a:cs typeface="Calibri" panose="020F0502020204030204" pitchFamily="34" charset="0"/>
                        </a:rPr>
                        <a:t>Input Size</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r>
                        <a:rPr lang="en-US" sz="1400" b="0">
                          <a:latin typeface="Calibri" panose="020F0502020204030204" pitchFamily="34" charset="0"/>
                          <a:cs typeface="Calibri" panose="020F0502020204030204" pitchFamily="34" charset="0"/>
                        </a:rPr>
                        <a:t>Resized to 224x224</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r>
                        <a:rPr lang="en-US" sz="1400" b="0">
                          <a:latin typeface="Calibri" panose="020F0502020204030204" pitchFamily="34" charset="0"/>
                          <a:cs typeface="Calibri" panose="020F0502020204030204" pitchFamily="34" charset="0"/>
                        </a:rPr>
                        <a:t>28x28 (no resize – adaptive pooling)</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2272387645"/>
                  </a:ext>
                </a:extLst>
              </a:tr>
              <a:tr h="323173">
                <a:tc>
                  <a:txBody>
                    <a:bodyPr/>
                    <a:lstStyle/>
                    <a:p>
                      <a:r>
                        <a:rPr lang="en-US" sz="1400" b="1">
                          <a:latin typeface="Calibri" panose="020F0502020204030204" pitchFamily="34" charset="0"/>
                          <a:cs typeface="Calibri" panose="020F0502020204030204" pitchFamily="34" charset="0"/>
                        </a:rPr>
                        <a:t>FT Strategy</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r>
                        <a:rPr lang="en-US" sz="1400" b="0">
                          <a:latin typeface="Calibri" panose="020F0502020204030204" pitchFamily="34" charset="0"/>
                          <a:cs typeface="Calibri" panose="020F0502020204030204" pitchFamily="34" charset="0"/>
                        </a:rPr>
                        <a:t>Replace FC layer, adapted to 10 class</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r>
                        <a:rPr lang="en-US" sz="1400" b="0">
                          <a:latin typeface="Calibri" panose="020F0502020204030204" pitchFamily="34" charset="0"/>
                          <a:cs typeface="Calibri" panose="020F0502020204030204" pitchFamily="34" charset="0"/>
                        </a:rPr>
                        <a:t>Replace FC layer, adapted to 10 class</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728707654"/>
                  </a:ext>
                </a:extLst>
              </a:tr>
              <a:tr h="323173">
                <a:tc>
                  <a:txBody>
                    <a:bodyPr/>
                    <a:lstStyle/>
                    <a:p>
                      <a:r>
                        <a:rPr lang="en-US" sz="1400" b="1">
                          <a:latin typeface="Calibri" panose="020F0502020204030204" pitchFamily="34" charset="0"/>
                          <a:cs typeface="Calibri" panose="020F0502020204030204" pitchFamily="34" charset="0"/>
                        </a:rPr>
                        <a:t>Trainable params</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r>
                        <a:rPr lang="en-US" sz="1400" b="0" dirty="0">
                          <a:latin typeface="Calibri" panose="020F0502020204030204" pitchFamily="34" charset="0"/>
                          <a:cs typeface="Calibri" panose="020F0502020204030204" pitchFamily="34" charset="0"/>
                        </a:rPr>
                        <a:t>All 11.18M parameters are trainable during finetuning</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r>
                        <a:rPr lang="en-US" sz="1400" b="0">
                          <a:latin typeface="Calibri" panose="020F0502020204030204" pitchFamily="34" charset="0"/>
                          <a:cs typeface="Calibri" panose="020F0502020204030204" pitchFamily="34" charset="0"/>
                        </a:rPr>
                        <a:t>15M of 23.5M</a:t>
                      </a:r>
                    </a:p>
                    <a:p>
                      <a:r>
                        <a:rPr lang="en-US" sz="1400" b="0" i="1">
                          <a:latin typeface="Calibri" panose="020F0502020204030204" pitchFamily="34" charset="0"/>
                          <a:cs typeface="Calibri" panose="020F0502020204030204" pitchFamily="34" charset="0"/>
                        </a:rPr>
                        <a:t>(Layer4 + FC)</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2281638273"/>
                  </a:ext>
                </a:extLst>
              </a:tr>
              <a:tr h="323173">
                <a:tc>
                  <a:txBody>
                    <a:bodyPr/>
                    <a:lstStyle/>
                    <a:p>
                      <a:r>
                        <a:rPr lang="en-US" sz="1400" b="1">
                          <a:latin typeface="Calibri" panose="020F0502020204030204" pitchFamily="34" charset="0"/>
                          <a:cs typeface="Calibri" panose="020F0502020204030204" pitchFamily="34" charset="0"/>
                        </a:rPr>
                        <a:t>Loss</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gridSpan="2">
                  <a:txBody>
                    <a:bodyPr/>
                    <a:lstStyle/>
                    <a:p>
                      <a:pPr algn="ctr"/>
                      <a:r>
                        <a:rPr lang="en-US" sz="1400" b="0">
                          <a:latin typeface="Calibri"/>
                          <a:cs typeface="Calibri"/>
                        </a:rPr>
                        <a:t>CrossEntropy Loss</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hMerge="1">
                  <a:txBody>
                    <a:bodyPr/>
                    <a:lstStyle/>
                    <a:p>
                      <a:endParaRPr lang="en-US" sz="1400" b="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921474069"/>
                  </a:ext>
                </a:extLst>
              </a:tr>
              <a:tr h="323173">
                <a:tc>
                  <a:txBody>
                    <a:bodyPr/>
                    <a:lstStyle/>
                    <a:p>
                      <a:r>
                        <a:rPr lang="en-US" sz="1400" b="1">
                          <a:latin typeface="Calibri" panose="020F0502020204030204" pitchFamily="34" charset="0"/>
                          <a:cs typeface="Calibri" panose="020F0502020204030204" pitchFamily="34" charset="0"/>
                        </a:rPr>
                        <a:t>Optimizer</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gridSpan="2">
                  <a:txBody>
                    <a:bodyPr/>
                    <a:lstStyle/>
                    <a:p>
                      <a:pPr algn="ctr"/>
                      <a:r>
                        <a:rPr lang="en-US" sz="1400" b="0">
                          <a:latin typeface="Calibri"/>
                          <a:cs typeface="Calibri"/>
                        </a:rPr>
                        <a:t>Adam (lr=0.001)</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hMerge="1">
                  <a:txBody>
                    <a:bodyPr/>
                    <a:lstStyle/>
                    <a:p>
                      <a:endParaRPr lang="en-US" sz="1400" b="0">
                        <a:latin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4113892019"/>
                  </a:ext>
                </a:extLst>
              </a:tr>
              <a:tr h="323173">
                <a:tc>
                  <a:txBody>
                    <a:bodyPr/>
                    <a:lstStyle/>
                    <a:p>
                      <a:r>
                        <a:rPr lang="en-US" sz="1400" b="1">
                          <a:latin typeface="Calibri" panose="020F0502020204030204" pitchFamily="34" charset="0"/>
                          <a:cs typeface="Calibri" panose="020F0502020204030204" pitchFamily="34" charset="0"/>
                        </a:rPr>
                        <a:t>Epochs</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r>
                        <a:rPr lang="en-US" sz="1400" b="0">
                          <a:latin typeface="Calibri"/>
                          <a:cs typeface="Calibri"/>
                        </a:rPr>
                        <a:t>5</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r>
                        <a:rPr lang="en-US" sz="1400" b="0">
                          <a:latin typeface="Calibri" panose="020F0502020204030204" pitchFamily="34" charset="0"/>
                          <a:cs typeface="Calibri" panose="020F0502020204030204" pitchFamily="34" charset="0"/>
                        </a:rPr>
                        <a:t>5</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4111411466"/>
                  </a:ext>
                </a:extLst>
              </a:tr>
              <a:tr h="1553889">
                <a:tc>
                  <a:txBody>
                    <a:bodyPr/>
                    <a:lstStyle/>
                    <a:p>
                      <a:r>
                        <a:rPr lang="en-US" sz="1400" b="1">
                          <a:latin typeface="Calibri" panose="020F0502020204030204" pitchFamily="34" charset="0"/>
                          <a:cs typeface="Calibri" panose="020F0502020204030204" pitchFamily="34" charset="0"/>
                        </a:rPr>
                        <a:t>Code</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r>
                        <a:rPr lang="en-SG" sz="1200" i="1" kern="1200">
                          <a:solidFill>
                            <a:schemeClr val="dk1"/>
                          </a:solidFill>
                          <a:effectLst/>
                          <a:latin typeface="+mn-lt"/>
                          <a:ea typeface="+mn-ea"/>
                          <a:cs typeface="+mn-cs"/>
                        </a:rPr>
                        <a:t>model = resnet18(weights= ResNet18_Weights.DEFAULT)</a:t>
                      </a:r>
                    </a:p>
                    <a:p>
                      <a:endParaRPr lang="en-SG" sz="1200" i="1" kern="1200">
                        <a:solidFill>
                          <a:schemeClr val="dk1"/>
                        </a:solidFill>
                        <a:effectLst/>
                        <a:latin typeface="+mn-lt"/>
                        <a:ea typeface="+mn-ea"/>
                        <a:cs typeface="+mn-cs"/>
                      </a:endParaRPr>
                    </a:p>
                    <a:p>
                      <a:r>
                        <a:rPr lang="en-SG" sz="1200" i="1" kern="1200" err="1">
                          <a:solidFill>
                            <a:schemeClr val="dk1"/>
                          </a:solidFill>
                          <a:effectLst/>
                          <a:latin typeface="+mn-lt"/>
                          <a:ea typeface="+mn-ea"/>
                          <a:cs typeface="+mn-cs"/>
                        </a:rPr>
                        <a:t>model.fc</a:t>
                      </a:r>
                      <a:r>
                        <a:rPr lang="en-SG" sz="1200" i="1" kern="1200">
                          <a:solidFill>
                            <a:schemeClr val="dk1"/>
                          </a:solidFill>
                          <a:effectLst/>
                          <a:latin typeface="+mn-lt"/>
                          <a:ea typeface="+mn-ea"/>
                          <a:cs typeface="+mn-cs"/>
                        </a:rPr>
                        <a:t> = </a:t>
                      </a:r>
                      <a:r>
                        <a:rPr lang="en-SG" sz="1200" i="1" kern="1200" err="1">
                          <a:solidFill>
                            <a:schemeClr val="dk1"/>
                          </a:solidFill>
                          <a:effectLst/>
                          <a:latin typeface="+mn-lt"/>
                          <a:ea typeface="+mn-ea"/>
                          <a:cs typeface="+mn-cs"/>
                        </a:rPr>
                        <a:t>nn.Linear</a:t>
                      </a:r>
                      <a:r>
                        <a:rPr lang="en-SG" sz="1200" i="1" kern="1200">
                          <a:solidFill>
                            <a:schemeClr val="dk1"/>
                          </a:solidFill>
                          <a:effectLst/>
                          <a:latin typeface="+mn-lt"/>
                          <a:ea typeface="+mn-ea"/>
                          <a:cs typeface="+mn-cs"/>
                        </a:rPr>
                        <a:t>(</a:t>
                      </a:r>
                      <a:r>
                        <a:rPr lang="en-SG" sz="1200" i="1" kern="1200" err="1">
                          <a:solidFill>
                            <a:schemeClr val="dk1"/>
                          </a:solidFill>
                          <a:effectLst/>
                          <a:latin typeface="+mn-lt"/>
                          <a:ea typeface="+mn-ea"/>
                          <a:cs typeface="+mn-cs"/>
                        </a:rPr>
                        <a:t>model.fc.in_features</a:t>
                      </a:r>
                      <a:r>
                        <a:rPr lang="en-SG" sz="1200" i="1" kern="1200">
                          <a:solidFill>
                            <a:schemeClr val="dk1"/>
                          </a:solidFill>
                          <a:effectLst/>
                          <a:latin typeface="+mn-lt"/>
                          <a:ea typeface="+mn-ea"/>
                          <a:cs typeface="+mn-cs"/>
                        </a:rPr>
                        <a:t>, 10)</a:t>
                      </a:r>
                      <a:r>
                        <a:rPr lang="en-SG" sz="1350" kern="1200">
                          <a:solidFill>
                            <a:schemeClr val="dk1"/>
                          </a:solidFill>
                          <a:effectLst/>
                          <a:latin typeface="+mn-lt"/>
                          <a:ea typeface="+mn-ea"/>
                          <a:cs typeface="+mn-cs"/>
                        </a:rPr>
                        <a:t> </a:t>
                      </a: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SG" sz="1200" i="1" kern="1200" dirty="0">
                          <a:solidFill>
                            <a:schemeClr val="dk1"/>
                          </a:solidFill>
                          <a:effectLst/>
                          <a:latin typeface="+mn-lt"/>
                          <a:ea typeface="+mn-ea"/>
                          <a:cs typeface="+mn-cs"/>
                        </a:rPr>
                        <a:t>Model = resnet50(weights=</a:t>
                      </a:r>
                    </a:p>
                    <a:p>
                      <a:pPr marL="0" marR="0" lvl="0" indent="0" algn="l" defTabSz="685800" rtl="0" eaLnBrk="1" fontAlgn="auto" latinLnBrk="0" hangingPunct="1">
                        <a:lnSpc>
                          <a:spcPct val="100000"/>
                        </a:lnSpc>
                        <a:spcBef>
                          <a:spcPts val="0"/>
                        </a:spcBef>
                        <a:spcAft>
                          <a:spcPts val="0"/>
                        </a:spcAft>
                        <a:buClrTx/>
                        <a:buSzTx/>
                        <a:buFontTx/>
                        <a:buNone/>
                        <a:tabLst/>
                        <a:defRPr/>
                      </a:pPr>
                      <a:r>
                        <a:rPr lang="en-SG" sz="1200" i="1" kern="1200" dirty="0">
                          <a:solidFill>
                            <a:schemeClr val="dk1"/>
                          </a:solidFill>
                          <a:effectLst/>
                          <a:latin typeface="+mn-lt"/>
                          <a:ea typeface="+mn-ea"/>
                          <a:cs typeface="+mn-cs"/>
                        </a:rPr>
                        <a:t>ResNet50_Weights.DEFAULT)</a:t>
                      </a:r>
                    </a:p>
                    <a:p>
                      <a:pPr marL="0" marR="0" indent="0" algn="l" defTabSz="685800" rtl="0" eaLnBrk="1" fontAlgn="auto" latinLnBrk="0" hangingPunct="1">
                        <a:lnSpc>
                          <a:spcPct val="100000"/>
                        </a:lnSpc>
                        <a:spcBef>
                          <a:spcPts val="0"/>
                        </a:spcBef>
                        <a:spcAft>
                          <a:spcPts val="0"/>
                        </a:spcAft>
                        <a:buClrTx/>
                        <a:buSzTx/>
                        <a:buFontTx/>
                        <a:buNone/>
                        <a:tabLst/>
                        <a:defRPr/>
                      </a:pPr>
                      <a:endParaRPr lang="en-SG" sz="1200" i="1" kern="1200" dirty="0">
                        <a:solidFill>
                          <a:schemeClr val="dk1"/>
                        </a:solidFill>
                        <a:effectLst/>
                        <a:latin typeface="+mn-lt"/>
                        <a:ea typeface="+mn-ea"/>
                        <a:cs typeface="+mn-cs"/>
                      </a:endParaRPr>
                    </a:p>
                    <a:p>
                      <a:pPr marL="0" marR="0" indent="0" algn="l" defTabSz="685800" rtl="0" eaLnBrk="1" fontAlgn="auto" latinLnBrk="0" hangingPunct="1">
                        <a:lnSpc>
                          <a:spcPct val="100000"/>
                        </a:lnSpc>
                        <a:spcBef>
                          <a:spcPts val="0"/>
                        </a:spcBef>
                        <a:spcAft>
                          <a:spcPts val="0"/>
                        </a:spcAft>
                        <a:buClrTx/>
                        <a:buSzTx/>
                        <a:buFontTx/>
                        <a:buNone/>
                        <a:tabLst/>
                        <a:defRPr/>
                      </a:pPr>
                      <a:r>
                        <a:rPr lang="en-SG" sz="1200" i="1" kern="1200" dirty="0" err="1">
                          <a:solidFill>
                            <a:schemeClr val="dk1"/>
                          </a:solidFill>
                          <a:effectLst/>
                          <a:latin typeface="+mn-lt"/>
                          <a:ea typeface="+mn-ea"/>
                          <a:cs typeface="+mn-cs"/>
                        </a:rPr>
                        <a:t>model.fc</a:t>
                      </a:r>
                      <a:r>
                        <a:rPr lang="en-SG" sz="1200" i="1" kern="1200" dirty="0">
                          <a:solidFill>
                            <a:schemeClr val="dk1"/>
                          </a:solidFill>
                          <a:effectLst/>
                          <a:latin typeface="+mn-lt"/>
                          <a:ea typeface="+mn-ea"/>
                          <a:cs typeface="+mn-cs"/>
                        </a:rPr>
                        <a:t> = </a:t>
                      </a:r>
                    </a:p>
                    <a:p>
                      <a:pPr marL="0" marR="0" indent="0" algn="l" defTabSz="685800" rtl="0" eaLnBrk="1" fontAlgn="auto" latinLnBrk="0" hangingPunct="1">
                        <a:lnSpc>
                          <a:spcPct val="100000"/>
                        </a:lnSpc>
                        <a:spcBef>
                          <a:spcPts val="0"/>
                        </a:spcBef>
                        <a:spcAft>
                          <a:spcPts val="0"/>
                        </a:spcAft>
                        <a:buClrTx/>
                        <a:buSzTx/>
                        <a:buFontTx/>
                        <a:buNone/>
                        <a:tabLst/>
                        <a:defRPr/>
                      </a:pPr>
                      <a:r>
                        <a:rPr lang="en-SG" sz="1200" i="1" kern="1200" dirty="0" err="1">
                          <a:solidFill>
                            <a:schemeClr val="dk1"/>
                          </a:solidFill>
                          <a:effectLst/>
                          <a:latin typeface="+mn-lt"/>
                          <a:ea typeface="+mn-ea"/>
                          <a:cs typeface="+mn-cs"/>
                        </a:rPr>
                        <a:t>nn.Linear</a:t>
                      </a:r>
                      <a:r>
                        <a:rPr lang="en-SG" sz="1200" i="1" kern="1200" dirty="0">
                          <a:solidFill>
                            <a:schemeClr val="dk1"/>
                          </a:solidFill>
                          <a:effectLst/>
                          <a:latin typeface="+mn-lt"/>
                          <a:ea typeface="+mn-ea"/>
                          <a:cs typeface="+mn-cs"/>
                        </a:rPr>
                        <a:t>(</a:t>
                      </a:r>
                      <a:r>
                        <a:rPr lang="en-SG" sz="1200" i="1" kern="1200" dirty="0" err="1">
                          <a:solidFill>
                            <a:schemeClr val="dk1"/>
                          </a:solidFill>
                          <a:effectLst/>
                          <a:latin typeface="+mn-lt"/>
                          <a:ea typeface="+mn-ea"/>
                          <a:cs typeface="+mn-cs"/>
                        </a:rPr>
                        <a:t>model.fc.in_features</a:t>
                      </a:r>
                      <a:r>
                        <a:rPr lang="en-SG" sz="1200" i="1" kern="1200" dirty="0">
                          <a:solidFill>
                            <a:schemeClr val="dk1"/>
                          </a:solidFill>
                          <a:effectLst/>
                          <a:latin typeface="+mn-lt"/>
                          <a:ea typeface="+mn-ea"/>
                          <a:cs typeface="+mn-cs"/>
                        </a:rPr>
                        <a:t>, 10)</a:t>
                      </a:r>
                      <a:endParaRPr lang="en-SG" sz="1350" b="0" kern="1200" dirty="0">
                        <a:solidFill>
                          <a:schemeClr val="dk1"/>
                        </a:solidFill>
                        <a:effectLst/>
                        <a:latin typeface="+mn-lt"/>
                        <a:ea typeface="+mn-ea"/>
                        <a:cs typeface="+mn-cs"/>
                      </a:endParaRPr>
                    </a:p>
                  </a:txBody>
                  <a:tcPr>
                    <a:lnL w="12700" cap="flat" cmpd="sng" algn="ctr">
                      <a:solidFill>
                        <a:schemeClr val="tx1">
                          <a:lumMod val="75000"/>
                          <a:lumOff val="25000"/>
                        </a:schemeClr>
                      </a:solidFill>
                      <a:prstDash val="solid"/>
                      <a:round/>
                      <a:headEnd type="none" w="med" len="med"/>
                      <a:tailEnd type="none" w="med" len="med"/>
                    </a:lnL>
                    <a:lnR w="12700" cap="flat" cmpd="sng" algn="ctr">
                      <a:solidFill>
                        <a:schemeClr val="tx1">
                          <a:lumMod val="75000"/>
                          <a:lumOff val="25000"/>
                        </a:schemeClr>
                      </a:solidFill>
                      <a:prstDash val="solid"/>
                      <a:round/>
                      <a:headEnd type="none" w="med" len="med"/>
                      <a:tailEnd type="none" w="med" len="med"/>
                    </a:lnR>
                    <a:lnT w="12700" cap="flat" cmpd="sng" algn="ctr">
                      <a:solidFill>
                        <a:schemeClr val="tx1">
                          <a:lumMod val="75000"/>
                          <a:lumOff val="25000"/>
                        </a:schemeClr>
                      </a:solidFill>
                      <a:prstDash val="solid"/>
                      <a:round/>
                      <a:headEnd type="none" w="med" len="med"/>
                      <a:tailEnd type="none" w="med" len="med"/>
                    </a:lnT>
                    <a:lnB w="12700" cap="flat" cmpd="sng" algn="ctr">
                      <a:solidFill>
                        <a:schemeClr val="tx1">
                          <a:lumMod val="75000"/>
                          <a:lumOff val="25000"/>
                        </a:schemeClr>
                      </a:solidFill>
                      <a:prstDash val="solid"/>
                      <a:round/>
                      <a:headEnd type="none" w="med" len="med"/>
                      <a:tailEnd type="none" w="med" len="med"/>
                    </a:lnB>
                  </a:tcPr>
                </a:tc>
                <a:extLst>
                  <a:ext uri="{0D108BD9-81ED-4DB2-BD59-A6C34878D82A}">
                    <a16:rowId xmlns:a16="http://schemas.microsoft.com/office/drawing/2014/main" val="3917112104"/>
                  </a:ext>
                </a:extLst>
              </a:tr>
            </a:tbl>
          </a:graphicData>
        </a:graphic>
      </p:graphicFrame>
    </p:spTree>
    <p:extLst>
      <p:ext uri="{BB962C8B-B14F-4D97-AF65-F5344CB8AC3E}">
        <p14:creationId xmlns:p14="http://schemas.microsoft.com/office/powerpoint/2010/main" val="745698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A74791-6146-1138-6089-3EAE19A5D3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E8F01-C488-888B-9940-1F02002ABEA3}"/>
              </a:ext>
            </a:extLst>
          </p:cNvPr>
          <p:cNvSpPr>
            <a:spLocks noGrp="1"/>
          </p:cNvSpPr>
          <p:nvPr>
            <p:ph type="title"/>
          </p:nvPr>
        </p:nvSpPr>
        <p:spPr>
          <a:xfrm>
            <a:off x="629841" y="365127"/>
            <a:ext cx="7886700" cy="722894"/>
          </a:xfrm>
        </p:spPr>
        <p:txBody>
          <a:bodyPr>
            <a:normAutofit/>
          </a:bodyPr>
          <a:lstStyle/>
          <a:p>
            <a:r>
              <a:rPr lang="en-US" sz="3500" b="1"/>
              <a:t>Adversarial Attack Setup</a:t>
            </a:r>
          </a:p>
        </p:txBody>
      </p:sp>
      <p:sp>
        <p:nvSpPr>
          <p:cNvPr id="3" name="TextBox 2">
            <a:extLst>
              <a:ext uri="{FF2B5EF4-FFF2-40B4-BE49-F238E27FC236}">
                <a16:creationId xmlns:a16="http://schemas.microsoft.com/office/drawing/2014/main" id="{B64D6D25-36F5-65B0-6042-B5B1979D7E85}"/>
              </a:ext>
            </a:extLst>
          </p:cNvPr>
          <p:cNvSpPr txBox="1"/>
          <p:nvPr/>
        </p:nvSpPr>
        <p:spPr>
          <a:xfrm>
            <a:off x="629841" y="1052396"/>
            <a:ext cx="7634484" cy="923330"/>
          </a:xfrm>
          <a:prstGeom prst="rect">
            <a:avLst/>
          </a:prstGeom>
          <a:noFill/>
        </p:spPr>
        <p:txBody>
          <a:bodyPr wrap="square" rtlCol="0">
            <a:spAutoFit/>
          </a:bodyPr>
          <a:lstStyle/>
          <a:p>
            <a:r>
              <a:rPr lang="en-US" u="sng"/>
              <a:t>Attack Mode</a:t>
            </a:r>
            <a:r>
              <a:rPr lang="en-US"/>
              <a:t>: FGSM Epsilon Sweep</a:t>
            </a:r>
          </a:p>
          <a:p>
            <a:r>
              <a:rPr lang="en-US" u="sng"/>
              <a:t>Objective</a:t>
            </a:r>
            <a:r>
              <a:rPr lang="en-US"/>
              <a:t>: Investigate how attack strength impacts model robustness</a:t>
            </a:r>
          </a:p>
          <a:p>
            <a:r>
              <a:rPr lang="en-US" u="sng"/>
              <a:t>Properties</a:t>
            </a:r>
            <a:r>
              <a:rPr lang="en-US"/>
              <a:t>:  White-box, Untargeted, Evasion, On-shot (single gradient step)</a:t>
            </a:r>
          </a:p>
        </p:txBody>
      </p:sp>
      <p:graphicFrame>
        <p:nvGraphicFramePr>
          <p:cNvPr id="6" name="Table 5">
            <a:extLst>
              <a:ext uri="{FF2B5EF4-FFF2-40B4-BE49-F238E27FC236}">
                <a16:creationId xmlns:a16="http://schemas.microsoft.com/office/drawing/2014/main" id="{0CD92FE2-FAD6-40B6-41B3-CCC4834AD946}"/>
              </a:ext>
            </a:extLst>
          </p:cNvPr>
          <p:cNvGraphicFramePr>
            <a:graphicFrameLocks noGrp="1"/>
          </p:cNvGraphicFramePr>
          <p:nvPr>
            <p:extLst>
              <p:ext uri="{D42A27DB-BD31-4B8C-83A1-F6EECF244321}">
                <p14:modId xmlns:p14="http://schemas.microsoft.com/office/powerpoint/2010/main" val="985072332"/>
              </p:ext>
            </p:extLst>
          </p:nvPr>
        </p:nvGraphicFramePr>
        <p:xfrm>
          <a:off x="629841" y="2190929"/>
          <a:ext cx="7634483" cy="2767908"/>
        </p:xfrm>
        <a:graphic>
          <a:graphicData uri="http://schemas.openxmlformats.org/drawingml/2006/table">
            <a:tbl>
              <a:tblPr bandRow="1">
                <a:tableStyleId>{3B4B98B0-60AC-42C2-AFA5-B58CD77FA1E5}</a:tableStyleId>
              </a:tblPr>
              <a:tblGrid>
                <a:gridCol w="631646">
                  <a:extLst>
                    <a:ext uri="{9D8B030D-6E8A-4147-A177-3AD203B41FA5}">
                      <a16:colId xmlns:a16="http://schemas.microsoft.com/office/drawing/2014/main" val="816514304"/>
                    </a:ext>
                  </a:extLst>
                </a:gridCol>
                <a:gridCol w="1375778">
                  <a:extLst>
                    <a:ext uri="{9D8B030D-6E8A-4147-A177-3AD203B41FA5}">
                      <a16:colId xmlns:a16="http://schemas.microsoft.com/office/drawing/2014/main" val="3931401804"/>
                    </a:ext>
                  </a:extLst>
                </a:gridCol>
                <a:gridCol w="5627059">
                  <a:extLst>
                    <a:ext uri="{9D8B030D-6E8A-4147-A177-3AD203B41FA5}">
                      <a16:colId xmlns:a16="http://schemas.microsoft.com/office/drawing/2014/main" val="1376579944"/>
                    </a:ext>
                  </a:extLst>
                </a:gridCol>
              </a:tblGrid>
              <a:tr h="378114">
                <a:tc>
                  <a:txBody>
                    <a:bodyPr/>
                    <a:lstStyle/>
                    <a:p>
                      <a:r>
                        <a:rPr lang="en-US" b="1"/>
                        <a:t>Step</a:t>
                      </a:r>
                    </a:p>
                  </a:txBody>
                  <a:tcPr/>
                </a:tc>
                <a:tc>
                  <a:txBody>
                    <a:bodyPr/>
                    <a:lstStyle/>
                    <a:p>
                      <a:r>
                        <a:rPr lang="en-US" b="1"/>
                        <a:t>Action</a:t>
                      </a:r>
                    </a:p>
                  </a:txBody>
                  <a:tcPr/>
                </a:tc>
                <a:tc>
                  <a:txBody>
                    <a:bodyPr/>
                    <a:lstStyle/>
                    <a:p>
                      <a:r>
                        <a:rPr lang="en-US" b="1"/>
                        <a:t>Task</a:t>
                      </a:r>
                    </a:p>
                  </a:txBody>
                  <a:tcPr/>
                </a:tc>
                <a:extLst>
                  <a:ext uri="{0D108BD9-81ED-4DB2-BD59-A6C34878D82A}">
                    <a16:rowId xmlns:a16="http://schemas.microsoft.com/office/drawing/2014/main" val="2479157014"/>
                  </a:ext>
                </a:extLst>
              </a:tr>
              <a:tr h="378114">
                <a:tc>
                  <a:txBody>
                    <a:bodyPr/>
                    <a:lstStyle/>
                    <a:p>
                      <a:r>
                        <a:rPr lang="en-US"/>
                        <a:t>1</a:t>
                      </a:r>
                    </a:p>
                  </a:txBody>
                  <a:tcPr/>
                </a:tc>
                <a:tc>
                  <a:txBody>
                    <a:bodyPr/>
                    <a:lstStyle/>
                    <a:p>
                      <a:r>
                        <a:rPr lang="en-US"/>
                        <a:t>Wrap</a:t>
                      </a:r>
                    </a:p>
                  </a:txBody>
                  <a:tcPr/>
                </a:tc>
                <a:tc>
                  <a:txBody>
                    <a:bodyPr/>
                    <a:lstStyle/>
                    <a:p>
                      <a:r>
                        <a:rPr lang="en-US"/>
                        <a:t>Wrap fine-tuned model in ART's </a:t>
                      </a:r>
                      <a:r>
                        <a:rPr lang="en-US" err="1"/>
                        <a:t>PyTorchClassifier</a:t>
                      </a:r>
                      <a:r>
                        <a:rPr lang="en-US"/>
                        <a:t> with </a:t>
                      </a:r>
                      <a:r>
                        <a:rPr lang="en-US" err="1"/>
                        <a:t>clip_values</a:t>
                      </a:r>
                      <a:r>
                        <a:rPr lang="en-US"/>
                        <a:t>=(0,1) </a:t>
                      </a:r>
                    </a:p>
                  </a:txBody>
                  <a:tcPr/>
                </a:tc>
                <a:extLst>
                  <a:ext uri="{0D108BD9-81ED-4DB2-BD59-A6C34878D82A}">
                    <a16:rowId xmlns:a16="http://schemas.microsoft.com/office/drawing/2014/main" val="793079814"/>
                  </a:ext>
                </a:extLst>
              </a:tr>
              <a:tr h="378114">
                <a:tc>
                  <a:txBody>
                    <a:bodyPr/>
                    <a:lstStyle/>
                    <a:p>
                      <a:r>
                        <a:rPr lang="en-US"/>
                        <a:t>2</a:t>
                      </a:r>
                    </a:p>
                  </a:txBody>
                  <a:tcPr/>
                </a:tc>
                <a:tc>
                  <a:txBody>
                    <a:bodyPr/>
                    <a:lstStyle/>
                    <a:p>
                      <a:r>
                        <a:rPr lang="en-US"/>
                        <a:t>Extract</a:t>
                      </a:r>
                    </a:p>
                  </a:txBody>
                  <a:tcPr/>
                </a:tc>
                <a:tc>
                  <a:txBody>
                    <a:bodyPr/>
                    <a:lstStyle/>
                    <a:p>
                      <a:r>
                        <a:rPr lang="en-US"/>
                        <a:t>Extract test images as NumPy arrays in [0,1] pixel range, with their integer class labels, since ART operates on NumPy arrays</a:t>
                      </a:r>
                    </a:p>
                  </a:txBody>
                  <a:tcPr/>
                </a:tc>
                <a:extLst>
                  <a:ext uri="{0D108BD9-81ED-4DB2-BD59-A6C34878D82A}">
                    <a16:rowId xmlns:a16="http://schemas.microsoft.com/office/drawing/2014/main" val="2528574282"/>
                  </a:ext>
                </a:extLst>
              </a:tr>
              <a:tr h="378114">
                <a:tc>
                  <a:txBody>
                    <a:bodyPr/>
                    <a:lstStyle/>
                    <a:p>
                      <a:r>
                        <a:rPr lang="en-US"/>
                        <a:t>3</a:t>
                      </a:r>
                    </a:p>
                  </a:txBody>
                  <a:tcPr/>
                </a:tc>
                <a:tc>
                  <a:txBody>
                    <a:bodyPr/>
                    <a:lstStyle/>
                    <a:p>
                      <a:r>
                        <a:rPr lang="en-US"/>
                        <a:t>Generate</a:t>
                      </a:r>
                    </a:p>
                  </a:txBody>
                  <a:tcPr/>
                </a:tc>
                <a:tc>
                  <a:txBody>
                    <a:bodyPr/>
                    <a:lstStyle/>
                    <a:p>
                      <a:r>
                        <a:rPr lang="en-US"/>
                        <a:t>Apply FGSM: </a:t>
                      </a:r>
                      <a:r>
                        <a:rPr lang="en-US" err="1"/>
                        <a:t>x_adv</a:t>
                      </a:r>
                      <a:r>
                        <a:rPr lang="en-US"/>
                        <a:t> = clip(x + </a:t>
                      </a:r>
                      <a:r>
                        <a:rPr lang="el-GR"/>
                        <a:t>ε·</a:t>
                      </a:r>
                      <a:r>
                        <a:rPr lang="en-US"/>
                        <a:t>sign(∇ₓloss), 0, 1) — one </a:t>
                      </a:r>
                      <a:r>
                        <a:rPr lang="el-GR"/>
                        <a:t>ε-</a:t>
                      </a:r>
                      <a:r>
                        <a:rPr lang="en-US"/>
                        <a:t>bounded gradient-sign step.</a:t>
                      </a:r>
                    </a:p>
                  </a:txBody>
                  <a:tcPr/>
                </a:tc>
                <a:extLst>
                  <a:ext uri="{0D108BD9-81ED-4DB2-BD59-A6C34878D82A}">
                    <a16:rowId xmlns:a16="http://schemas.microsoft.com/office/drawing/2014/main" val="768394483"/>
                  </a:ext>
                </a:extLst>
              </a:tr>
              <a:tr h="378114">
                <a:tc>
                  <a:txBody>
                    <a:bodyPr/>
                    <a:lstStyle/>
                    <a:p>
                      <a:r>
                        <a:rPr lang="en-US"/>
                        <a:t>4</a:t>
                      </a:r>
                    </a:p>
                  </a:txBody>
                  <a:tcPr/>
                </a:tc>
                <a:tc>
                  <a:txBody>
                    <a:bodyPr/>
                    <a:lstStyle/>
                    <a:p>
                      <a:r>
                        <a:rPr lang="en-US"/>
                        <a:t>Evaluate</a:t>
                      </a:r>
                    </a:p>
                  </a:txBody>
                  <a:tcPr/>
                </a:tc>
                <a:tc>
                  <a:txBody>
                    <a:bodyPr/>
                    <a:lstStyle/>
                    <a:p>
                      <a:r>
                        <a:rPr lang="en-US"/>
                        <a:t>Predict on </a:t>
                      </a:r>
                      <a:r>
                        <a:rPr lang="en-US" err="1"/>
                        <a:t>x_adv</a:t>
                      </a:r>
                      <a:r>
                        <a:rPr lang="en-US"/>
                        <a:t>, compare to true labels → adversarial accuracy vs. clean accuracy.</a:t>
                      </a:r>
                    </a:p>
                  </a:txBody>
                  <a:tcPr/>
                </a:tc>
                <a:extLst>
                  <a:ext uri="{0D108BD9-81ED-4DB2-BD59-A6C34878D82A}">
                    <a16:rowId xmlns:a16="http://schemas.microsoft.com/office/drawing/2014/main" val="3042596823"/>
                  </a:ext>
                </a:extLst>
              </a:tr>
              <a:tr h="378114">
                <a:tc>
                  <a:txBody>
                    <a:bodyPr/>
                    <a:lstStyle/>
                    <a:p>
                      <a:r>
                        <a:rPr lang="en-US"/>
                        <a:t>5</a:t>
                      </a:r>
                    </a:p>
                  </a:txBody>
                  <a:tcPr/>
                </a:tc>
                <a:tc>
                  <a:txBody>
                    <a:bodyPr/>
                    <a:lstStyle/>
                    <a:p>
                      <a:r>
                        <a:rPr lang="en-US"/>
                        <a:t>Sweep</a:t>
                      </a:r>
                    </a:p>
                  </a:txBody>
                  <a:tcPr/>
                </a:tc>
                <a:tc>
                  <a:txBody>
                    <a:bodyPr/>
                    <a:lstStyle/>
                    <a:p>
                      <a:r>
                        <a:rPr lang="en-US"/>
                        <a:t>Repeat across </a:t>
                      </a:r>
                      <a:r>
                        <a:rPr lang="el-GR"/>
                        <a:t>ε </a:t>
                      </a:r>
                      <a:r>
                        <a:rPr lang="en-US"/>
                        <a:t>values → accuracy-vs-</a:t>
                      </a:r>
                      <a:r>
                        <a:rPr lang="el-GR"/>
                        <a:t>ε </a:t>
                      </a:r>
                      <a:r>
                        <a:rPr lang="en-US"/>
                        <a:t>curve, per-class heatmap, summary table.</a:t>
                      </a:r>
                    </a:p>
                  </a:txBody>
                  <a:tcPr/>
                </a:tc>
                <a:extLst>
                  <a:ext uri="{0D108BD9-81ED-4DB2-BD59-A6C34878D82A}">
                    <a16:rowId xmlns:a16="http://schemas.microsoft.com/office/drawing/2014/main" val="2395872130"/>
                  </a:ext>
                </a:extLst>
              </a:tr>
            </a:tbl>
          </a:graphicData>
        </a:graphic>
      </p:graphicFrame>
      <p:sp>
        <p:nvSpPr>
          <p:cNvPr id="7" name="TextBox 6">
            <a:extLst>
              <a:ext uri="{FF2B5EF4-FFF2-40B4-BE49-F238E27FC236}">
                <a16:creationId xmlns:a16="http://schemas.microsoft.com/office/drawing/2014/main" id="{05A14FE7-BC03-1D5F-3D75-8AFA21F75058}"/>
              </a:ext>
            </a:extLst>
          </p:cNvPr>
          <p:cNvSpPr txBox="1"/>
          <p:nvPr/>
        </p:nvSpPr>
        <p:spPr>
          <a:xfrm>
            <a:off x="629841" y="5941543"/>
            <a:ext cx="7634484" cy="261610"/>
          </a:xfrm>
          <a:prstGeom prst="rect">
            <a:avLst/>
          </a:prstGeom>
          <a:noFill/>
        </p:spPr>
        <p:txBody>
          <a:bodyPr wrap="square" rtlCol="0">
            <a:spAutoFit/>
          </a:bodyPr>
          <a:lstStyle/>
          <a:p>
            <a:r>
              <a:rPr lang="en-US" sz="1100" i="1"/>
              <a:t>The same FGSM attack setup and strategy was used for both fine-tuned models on CIFAR-10 and MNIST respectively</a:t>
            </a:r>
          </a:p>
        </p:txBody>
      </p:sp>
      <p:graphicFrame>
        <p:nvGraphicFramePr>
          <p:cNvPr id="12" name="Table 11">
            <a:extLst>
              <a:ext uri="{FF2B5EF4-FFF2-40B4-BE49-F238E27FC236}">
                <a16:creationId xmlns:a16="http://schemas.microsoft.com/office/drawing/2014/main" id="{68E38587-B4FA-8A5F-AFD5-D637B2930C5A}"/>
              </a:ext>
            </a:extLst>
          </p:cNvPr>
          <p:cNvGraphicFramePr>
            <a:graphicFrameLocks noGrp="1"/>
          </p:cNvGraphicFramePr>
          <p:nvPr>
            <p:extLst>
              <p:ext uri="{D42A27DB-BD31-4B8C-83A1-F6EECF244321}">
                <p14:modId xmlns:p14="http://schemas.microsoft.com/office/powerpoint/2010/main" val="535017290"/>
              </p:ext>
            </p:extLst>
          </p:nvPr>
        </p:nvGraphicFramePr>
        <p:xfrm>
          <a:off x="629841" y="5174040"/>
          <a:ext cx="7634484" cy="731520"/>
        </p:xfrm>
        <a:graphic>
          <a:graphicData uri="http://schemas.openxmlformats.org/drawingml/2006/table">
            <a:tbl>
              <a:tblPr firstRow="1" bandRow="1">
                <a:tableStyleId>{3B4B98B0-60AC-42C2-AFA5-B58CD77FA1E5}</a:tableStyleId>
              </a:tblPr>
              <a:tblGrid>
                <a:gridCol w="3817242">
                  <a:extLst>
                    <a:ext uri="{9D8B030D-6E8A-4147-A177-3AD203B41FA5}">
                      <a16:colId xmlns:a16="http://schemas.microsoft.com/office/drawing/2014/main" val="604669563"/>
                    </a:ext>
                  </a:extLst>
                </a:gridCol>
                <a:gridCol w="3817242">
                  <a:extLst>
                    <a:ext uri="{9D8B030D-6E8A-4147-A177-3AD203B41FA5}">
                      <a16:colId xmlns:a16="http://schemas.microsoft.com/office/drawing/2014/main" val="3639849609"/>
                    </a:ext>
                  </a:extLst>
                </a:gridCol>
              </a:tblGrid>
              <a:tr h="370840">
                <a:tc>
                  <a:txBody>
                    <a:bodyPr/>
                    <a:lstStyle/>
                    <a:p>
                      <a:r>
                        <a:rPr lang="en-US" sz="1050"/>
                        <a:t>ART Wrapper </a:t>
                      </a:r>
                    </a:p>
                    <a:p>
                      <a:r>
                        <a:rPr lang="en-US" sz="1050" b="0" i="1"/>
                        <a:t>classifier = </a:t>
                      </a:r>
                      <a:r>
                        <a:rPr lang="en-US" sz="1050" b="0" i="1" err="1"/>
                        <a:t>PyTorchClassifier</a:t>
                      </a:r>
                      <a:r>
                        <a:rPr lang="en-US" sz="1050" b="0" i="1"/>
                        <a:t>(model=model, loss=criterion,</a:t>
                      </a:r>
                    </a:p>
                    <a:p>
                      <a:r>
                        <a:rPr lang="en-US" sz="1050" b="0" i="1"/>
                        <a:t>    optimizer=optimizer, </a:t>
                      </a:r>
                      <a:r>
                        <a:rPr lang="en-US" sz="1050" b="0" i="1" err="1"/>
                        <a:t>input_shape</a:t>
                      </a:r>
                      <a:r>
                        <a:rPr lang="en-US" sz="1050" b="0" i="1"/>
                        <a:t>=(3, 224, 224), </a:t>
                      </a:r>
                      <a:r>
                        <a:rPr lang="en-US" sz="1050" b="0" i="1" err="1"/>
                        <a:t>nb_classes</a:t>
                      </a:r>
                      <a:r>
                        <a:rPr lang="en-US" sz="1050" b="0" i="1"/>
                        <a:t>=10)</a:t>
                      </a:r>
                    </a:p>
                  </a:txBody>
                  <a:tcPr/>
                </a:tc>
                <a:tc>
                  <a:txBody>
                    <a:bodyPr/>
                    <a:lstStyle/>
                    <a:p>
                      <a:r>
                        <a:rPr lang="en-US" sz="1050"/>
                        <a:t>FGSM attack</a:t>
                      </a:r>
                    </a:p>
                    <a:p>
                      <a:r>
                        <a:rPr lang="en-US" sz="1050" b="0" i="1"/>
                        <a:t>attack = </a:t>
                      </a:r>
                      <a:r>
                        <a:rPr lang="en-US" sz="1050" b="0" i="1" err="1"/>
                        <a:t>FastGradientMethod</a:t>
                      </a:r>
                      <a:r>
                        <a:rPr lang="en-US" sz="1050" b="0" i="1"/>
                        <a:t>(estimator=classifier, eps=epsilon, norm=</a:t>
                      </a:r>
                      <a:r>
                        <a:rPr lang="en-US" sz="1050" b="0" i="1" err="1"/>
                        <a:t>np.inf</a:t>
                      </a:r>
                      <a:endParaRPr lang="en-US" sz="1050" b="0" i="1"/>
                    </a:p>
                    <a:p>
                      <a:r>
                        <a:rPr lang="en-US" sz="1050" b="0" i="1"/>
                        <a:t>)</a:t>
                      </a:r>
                    </a:p>
                  </a:txBody>
                  <a:tcPr/>
                </a:tc>
                <a:extLst>
                  <a:ext uri="{0D108BD9-81ED-4DB2-BD59-A6C34878D82A}">
                    <a16:rowId xmlns:a16="http://schemas.microsoft.com/office/drawing/2014/main" val="3248554163"/>
                  </a:ext>
                </a:extLst>
              </a:tr>
            </a:tbl>
          </a:graphicData>
        </a:graphic>
      </p:graphicFrame>
    </p:spTree>
    <p:extLst>
      <p:ext uri="{BB962C8B-B14F-4D97-AF65-F5344CB8AC3E}">
        <p14:creationId xmlns:p14="http://schemas.microsoft.com/office/powerpoint/2010/main" val="2667374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Triangle 15">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C86CD352-C64B-5782-D986-A3C922D9C396}"/>
              </a:ext>
            </a:extLst>
          </p:cNvPr>
          <p:cNvSpPr>
            <a:spLocks noGrp="1"/>
          </p:cNvSpPr>
          <p:nvPr>
            <p:ph type="ctrTitle"/>
          </p:nvPr>
        </p:nvSpPr>
        <p:spPr>
          <a:xfrm>
            <a:off x="963930" y="1008993"/>
            <a:ext cx="6923558" cy="3542045"/>
          </a:xfrm>
        </p:spPr>
        <p:txBody>
          <a:bodyPr anchor="b">
            <a:normAutofit/>
          </a:bodyPr>
          <a:lstStyle/>
          <a:p>
            <a:pPr algn="l"/>
            <a:r>
              <a:rPr lang="en-US" sz="10000" b="1"/>
              <a:t>CIFAR-10</a:t>
            </a:r>
          </a:p>
        </p:txBody>
      </p:sp>
      <p:sp>
        <p:nvSpPr>
          <p:cNvPr id="9" name="Subtitle 8">
            <a:extLst>
              <a:ext uri="{FF2B5EF4-FFF2-40B4-BE49-F238E27FC236}">
                <a16:creationId xmlns:a16="http://schemas.microsoft.com/office/drawing/2014/main" id="{E4DE88C0-6493-B81B-7899-A6FD5A6A1042}"/>
              </a:ext>
            </a:extLst>
          </p:cNvPr>
          <p:cNvSpPr>
            <a:spLocks noGrp="1"/>
          </p:cNvSpPr>
          <p:nvPr>
            <p:ph type="subTitle" idx="1"/>
          </p:nvPr>
        </p:nvSpPr>
        <p:spPr>
          <a:xfrm>
            <a:off x="963930" y="4582814"/>
            <a:ext cx="5349252" cy="1312657"/>
          </a:xfrm>
        </p:spPr>
        <p:txBody>
          <a:bodyPr anchor="t">
            <a:normAutofit/>
          </a:bodyPr>
          <a:lstStyle/>
          <a:p>
            <a:pPr algn="l"/>
            <a:r>
              <a:rPr lang="en-US"/>
              <a:t>Training results, Clean Accuracy, Adversarial attack setup &amp; results</a:t>
            </a:r>
          </a:p>
        </p:txBody>
      </p:sp>
    </p:spTree>
    <p:extLst>
      <p:ext uri="{BB962C8B-B14F-4D97-AF65-F5344CB8AC3E}">
        <p14:creationId xmlns:p14="http://schemas.microsoft.com/office/powerpoint/2010/main" val="3705772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9">
                                            <p:txEl>
                                              <p:pRg st="0" end="0"/>
                                            </p:txEl>
                                          </p:spTgt>
                                        </p:tgtEl>
                                        <p:attrNameLst>
                                          <p:attrName>style.visibility</p:attrName>
                                        </p:attrNameLst>
                                      </p:cBhvr>
                                      <p:to>
                                        <p:strVal val="visible"/>
                                      </p:to>
                                    </p:set>
                                    <p:animEffect transition="in" filter="fade">
                                      <p:cBhvr>
                                        <p:cTn id="10" dur="10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8033962-5B8F-126C-0DF9-9D788B28B673}"/>
            </a:ext>
          </a:extLst>
        </p:cNvPr>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 y="0"/>
            <a:ext cx="9143999"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6642"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1"/>
            <a:ext cx="9144001"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46D770-BDFF-0923-57D2-BAE1F0D508EF}"/>
              </a:ext>
            </a:extLst>
          </p:cNvPr>
          <p:cNvSpPr>
            <a:spLocks noGrp="1"/>
          </p:cNvSpPr>
          <p:nvPr>
            <p:ph type="title"/>
          </p:nvPr>
        </p:nvSpPr>
        <p:spPr>
          <a:xfrm>
            <a:off x="524784" y="248038"/>
            <a:ext cx="5297791" cy="1159200"/>
          </a:xfrm>
        </p:spPr>
        <p:txBody>
          <a:bodyPr vert="horz" lIns="91440" tIns="45720" rIns="91440" bIns="45720" rtlCol="0" anchor="ctr">
            <a:normAutofit/>
          </a:bodyPr>
          <a:lstStyle/>
          <a:p>
            <a:pPr defTabSz="914400"/>
            <a:r>
              <a:rPr lang="en-US" sz="3500" b="1" kern="1200">
                <a:solidFill>
                  <a:srgbClr val="FFFFFF"/>
                </a:solidFill>
                <a:latin typeface="+mj-lt"/>
                <a:ea typeface="+mj-ea"/>
                <a:cs typeface="+mj-cs"/>
              </a:rPr>
              <a:t>Training Results</a:t>
            </a:r>
          </a:p>
        </p:txBody>
      </p:sp>
      <p:pic>
        <p:nvPicPr>
          <p:cNvPr id="3" name="Picture 2">
            <a:extLst>
              <a:ext uri="{FF2B5EF4-FFF2-40B4-BE49-F238E27FC236}">
                <a16:creationId xmlns:a16="http://schemas.microsoft.com/office/drawing/2014/main" id="{713C38A4-D93A-6707-D428-DCAAA4FBD32F}"/>
              </a:ext>
            </a:extLst>
          </p:cNvPr>
          <p:cNvPicPr>
            <a:picLocks noChangeAspect="1"/>
          </p:cNvPicPr>
          <p:nvPr/>
        </p:nvPicPr>
        <p:blipFill>
          <a:blip r:embed="rId3"/>
          <a:stretch>
            <a:fillRect/>
          </a:stretch>
        </p:blipFill>
        <p:spPr>
          <a:xfrm>
            <a:off x="782927" y="1966293"/>
            <a:ext cx="7578144" cy="4452160"/>
          </a:xfrm>
          <a:prstGeom prst="rect">
            <a:avLst/>
          </a:prstGeom>
        </p:spPr>
      </p:pic>
    </p:spTree>
    <p:extLst>
      <p:ext uri="{BB962C8B-B14F-4D97-AF65-F5344CB8AC3E}">
        <p14:creationId xmlns:p14="http://schemas.microsoft.com/office/powerpoint/2010/main" val="870265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55DB6-3D73-18EE-FE4B-FD2DF26293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6A1CA1-C684-6E92-73F2-BA401FED3BFA}"/>
              </a:ext>
            </a:extLst>
          </p:cNvPr>
          <p:cNvSpPr>
            <a:spLocks noGrp="1"/>
          </p:cNvSpPr>
          <p:nvPr>
            <p:ph type="title"/>
          </p:nvPr>
        </p:nvSpPr>
        <p:spPr>
          <a:xfrm>
            <a:off x="628650" y="365127"/>
            <a:ext cx="7886700" cy="791030"/>
          </a:xfrm>
        </p:spPr>
        <p:txBody>
          <a:bodyPr>
            <a:normAutofit/>
          </a:bodyPr>
          <a:lstStyle/>
          <a:p>
            <a:r>
              <a:rPr lang="en-US" sz="3500" b="1"/>
              <a:t>Clean Model Performance</a:t>
            </a:r>
            <a:endParaRPr lang="en-SG" sz="3500" b="1"/>
          </a:p>
        </p:txBody>
      </p:sp>
      <p:sp>
        <p:nvSpPr>
          <p:cNvPr id="14" name="TextBox 13">
            <a:extLst>
              <a:ext uri="{FF2B5EF4-FFF2-40B4-BE49-F238E27FC236}">
                <a16:creationId xmlns:a16="http://schemas.microsoft.com/office/drawing/2014/main" id="{BCF09676-BC54-57BB-1411-316D4F2F4869}"/>
              </a:ext>
            </a:extLst>
          </p:cNvPr>
          <p:cNvSpPr txBox="1"/>
          <p:nvPr/>
        </p:nvSpPr>
        <p:spPr>
          <a:xfrm>
            <a:off x="643026" y="1225296"/>
            <a:ext cx="7815173" cy="1631216"/>
          </a:xfrm>
          <a:prstGeom prst="rect">
            <a:avLst/>
          </a:prstGeom>
          <a:noFill/>
        </p:spPr>
        <p:txBody>
          <a:bodyPr wrap="square" lIns="91440" tIns="45720" rIns="91440" bIns="45720" rtlCol="0" anchor="t">
            <a:spAutoFit/>
          </a:bodyPr>
          <a:lstStyle/>
          <a:p>
            <a:r>
              <a:rPr lang="en-SG" sz="2000"/>
              <a:t>Clean Accuracy Evaluation measured on the original, unperturbed test set provides the baseline classification accuracy of the model under normal operating conditions. </a:t>
            </a:r>
          </a:p>
          <a:p>
            <a:endParaRPr lang="en-SG" sz="2000"/>
          </a:p>
          <a:p>
            <a:r>
              <a:rPr lang="en-SG" sz="2000"/>
              <a:t>CIFAR-10 achieved a high clean accuracy of </a:t>
            </a:r>
            <a:r>
              <a:rPr lang="en-SG" sz="2000" b="1">
                <a:solidFill>
                  <a:schemeClr val="tx2">
                    <a:lumMod val="75000"/>
                    <a:lumOff val="25000"/>
                  </a:schemeClr>
                </a:solidFill>
              </a:rPr>
              <a:t>94.14% </a:t>
            </a:r>
            <a:endParaRPr lang="en-SG" sz="2000">
              <a:solidFill>
                <a:schemeClr val="tx2">
                  <a:lumMod val="75000"/>
                  <a:lumOff val="25000"/>
                </a:schemeClr>
              </a:solidFill>
            </a:endParaRPr>
          </a:p>
        </p:txBody>
      </p:sp>
      <p:pic>
        <p:nvPicPr>
          <p:cNvPr id="6" name="Picture 5">
            <a:extLst>
              <a:ext uri="{FF2B5EF4-FFF2-40B4-BE49-F238E27FC236}">
                <a16:creationId xmlns:a16="http://schemas.microsoft.com/office/drawing/2014/main" id="{33E21646-8958-369D-8E14-B76A08284620}"/>
              </a:ext>
            </a:extLst>
          </p:cNvPr>
          <p:cNvPicPr>
            <a:picLocks noChangeAspect="1"/>
          </p:cNvPicPr>
          <p:nvPr/>
        </p:nvPicPr>
        <p:blipFill>
          <a:blip r:embed="rId3"/>
          <a:stretch>
            <a:fillRect/>
          </a:stretch>
        </p:blipFill>
        <p:spPr>
          <a:xfrm>
            <a:off x="685800" y="2895600"/>
            <a:ext cx="7772400" cy="3239546"/>
          </a:xfrm>
          <a:prstGeom prst="rect">
            <a:avLst/>
          </a:prstGeom>
        </p:spPr>
      </p:pic>
    </p:spTree>
    <p:extLst>
      <p:ext uri="{BB962C8B-B14F-4D97-AF65-F5344CB8AC3E}">
        <p14:creationId xmlns:p14="http://schemas.microsoft.com/office/powerpoint/2010/main" val="11191542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E735B-BDC2-855E-7511-B66301E7AD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7E9330-AB4E-2D18-233B-56FD1687C0B1}"/>
              </a:ext>
            </a:extLst>
          </p:cNvPr>
          <p:cNvSpPr>
            <a:spLocks noGrp="1"/>
          </p:cNvSpPr>
          <p:nvPr>
            <p:ph type="title"/>
          </p:nvPr>
        </p:nvSpPr>
        <p:spPr>
          <a:xfrm>
            <a:off x="457200" y="274638"/>
            <a:ext cx="8382000" cy="868362"/>
          </a:xfrm>
        </p:spPr>
        <p:txBody>
          <a:bodyPr vert="horz" lIns="91440" tIns="45720" rIns="91440" bIns="45720" rtlCol="0" anchor="ctr">
            <a:normAutofit/>
          </a:bodyPr>
          <a:lstStyle/>
          <a:p>
            <a:r>
              <a:rPr lang="en-SG" b="1"/>
              <a:t>FGSM Attack using IBM ART</a:t>
            </a:r>
          </a:p>
        </p:txBody>
      </p:sp>
      <p:sp>
        <p:nvSpPr>
          <p:cNvPr id="3" name="Content Placeholder 2">
            <a:extLst>
              <a:ext uri="{FF2B5EF4-FFF2-40B4-BE49-F238E27FC236}">
                <a16:creationId xmlns:a16="http://schemas.microsoft.com/office/drawing/2014/main" id="{F6236893-6CF2-365F-6752-BF87E5E2388D}"/>
              </a:ext>
            </a:extLst>
          </p:cNvPr>
          <p:cNvSpPr>
            <a:spLocks noGrp="1"/>
          </p:cNvSpPr>
          <p:nvPr>
            <p:ph idx="1"/>
          </p:nvPr>
        </p:nvSpPr>
        <p:spPr>
          <a:xfrm>
            <a:off x="457200" y="1143001"/>
            <a:ext cx="7886700" cy="5029200"/>
          </a:xfrm>
        </p:spPr>
        <p:txBody>
          <a:bodyPr>
            <a:noAutofit/>
          </a:bodyPr>
          <a:lstStyle/>
          <a:p>
            <a:pPr marL="0" indent="0">
              <a:buNone/>
            </a:pPr>
            <a:r>
              <a:rPr lang="en-US" sz="2000" b="1"/>
              <a:t>FGSM Attack – Epsilon Sweep Experimentation</a:t>
            </a:r>
            <a:endParaRPr lang="en-SG" sz="2000"/>
          </a:p>
          <a:p>
            <a:r>
              <a:rPr lang="en-SG" sz="2000"/>
              <a:t>Investigate how attack strength affects model robustness.</a:t>
            </a:r>
            <a:endParaRPr lang="en-SG" sz="2000" i="1"/>
          </a:p>
          <a:p>
            <a:endParaRPr lang="en-SG" sz="2000" i="1"/>
          </a:p>
          <a:p>
            <a:endParaRPr lang="en-SG" sz="2000" i="1"/>
          </a:p>
          <a:p>
            <a:pPr marL="0" indent="0">
              <a:buNone/>
            </a:pPr>
            <a:endParaRPr lang="en-SG" sz="2000"/>
          </a:p>
          <a:p>
            <a:pPr marL="0" indent="0">
              <a:buNone/>
            </a:pPr>
            <a:endParaRPr lang="en-SG" sz="2000"/>
          </a:p>
          <a:p>
            <a:pPr marL="0" indent="0">
              <a:buNone/>
            </a:pPr>
            <a:endParaRPr lang="en-SG" sz="2000"/>
          </a:p>
          <a:p>
            <a:pPr marL="0" indent="0">
              <a:buNone/>
            </a:pPr>
            <a:endParaRPr lang="en-SG" sz="2000" b="1"/>
          </a:p>
          <a:p>
            <a:pPr marL="0" indent="0">
              <a:buNone/>
            </a:pPr>
            <a:endParaRPr lang="en-SG" sz="2000" b="1"/>
          </a:p>
          <a:p>
            <a:pPr marL="0" indent="0">
              <a:buNone/>
            </a:pPr>
            <a:endParaRPr lang="en-SG" sz="2000" b="1"/>
          </a:p>
          <a:p>
            <a:pPr marL="0" indent="0">
              <a:buNone/>
            </a:pPr>
            <a:endParaRPr lang="en-SG" sz="2000" b="1"/>
          </a:p>
          <a:p>
            <a:pPr marL="0" indent="0">
              <a:buNone/>
            </a:pPr>
            <a:endParaRPr lang="en-SG" sz="2000" b="1"/>
          </a:p>
          <a:p>
            <a:pPr marL="0" indent="0">
              <a:buNone/>
            </a:pPr>
            <a:r>
              <a:rPr lang="en-SG" sz="2000" b="1"/>
              <a:t>Accuracy degraded progressively as epsilon increased.</a:t>
            </a:r>
            <a:endParaRPr lang="en-SG" sz="2000">
              <a:solidFill>
                <a:srgbClr val="FF0000"/>
              </a:solidFill>
            </a:endParaRPr>
          </a:p>
        </p:txBody>
      </p:sp>
      <p:sp>
        <p:nvSpPr>
          <p:cNvPr id="4" name="Footer Placeholder 3">
            <a:extLst>
              <a:ext uri="{FF2B5EF4-FFF2-40B4-BE49-F238E27FC236}">
                <a16:creationId xmlns:a16="http://schemas.microsoft.com/office/drawing/2014/main" id="{3E092808-CF24-12C3-3E31-FB144079A092}"/>
              </a:ext>
            </a:extLst>
          </p:cNvPr>
          <p:cNvSpPr>
            <a:spLocks noGrp="1"/>
          </p:cNvSpPr>
          <p:nvPr>
            <p:ph type="ftr" sz="quarter" idx="11"/>
          </p:nvPr>
        </p:nvSpPr>
        <p:spPr>
          <a:xfrm>
            <a:off x="571500" y="6356351"/>
            <a:ext cx="7886700" cy="365125"/>
          </a:xfrm>
        </p:spPr>
        <p:txBody>
          <a:bodyPr/>
          <a:lstStyle/>
          <a:p>
            <a:pPr>
              <a:defRPr/>
            </a:pPr>
            <a:r>
              <a:rPr lang="en-US"/>
              <a:t>AI tools were used for coding assistance, debugging support, workflow guidance, and slide structuring. All experimental design, interpretation, analysis, conclusions, and reflections were independently reviewed, validated, and written by the team.</a:t>
            </a:r>
          </a:p>
        </p:txBody>
      </p:sp>
      <p:graphicFrame>
        <p:nvGraphicFramePr>
          <p:cNvPr id="5" name="Table 4">
            <a:extLst>
              <a:ext uri="{FF2B5EF4-FFF2-40B4-BE49-F238E27FC236}">
                <a16:creationId xmlns:a16="http://schemas.microsoft.com/office/drawing/2014/main" id="{DEF5EA71-6150-58E3-4351-F53C334D203B}"/>
              </a:ext>
            </a:extLst>
          </p:cNvPr>
          <p:cNvGraphicFramePr>
            <a:graphicFrameLocks noGrp="1"/>
          </p:cNvGraphicFramePr>
          <p:nvPr>
            <p:extLst>
              <p:ext uri="{D42A27DB-BD31-4B8C-83A1-F6EECF244321}">
                <p14:modId xmlns:p14="http://schemas.microsoft.com/office/powerpoint/2010/main" val="794164411"/>
              </p:ext>
            </p:extLst>
          </p:nvPr>
        </p:nvGraphicFramePr>
        <p:xfrm>
          <a:off x="800100" y="2017113"/>
          <a:ext cx="7353300" cy="3337560"/>
        </p:xfrm>
        <a:graphic>
          <a:graphicData uri="http://schemas.openxmlformats.org/drawingml/2006/table">
            <a:tbl>
              <a:tblPr firstRow="1" bandRow="1">
                <a:tableStyleId>{5C22544A-7EE6-4342-B048-85BDC9FD1C3A}</a:tableStyleId>
              </a:tblPr>
              <a:tblGrid>
                <a:gridCol w="1104900">
                  <a:extLst>
                    <a:ext uri="{9D8B030D-6E8A-4147-A177-3AD203B41FA5}">
                      <a16:colId xmlns:a16="http://schemas.microsoft.com/office/drawing/2014/main" val="219294175"/>
                    </a:ext>
                  </a:extLst>
                </a:gridCol>
                <a:gridCol w="1828800">
                  <a:extLst>
                    <a:ext uri="{9D8B030D-6E8A-4147-A177-3AD203B41FA5}">
                      <a16:colId xmlns:a16="http://schemas.microsoft.com/office/drawing/2014/main" val="114004000"/>
                    </a:ext>
                  </a:extLst>
                </a:gridCol>
                <a:gridCol w="4419600">
                  <a:extLst>
                    <a:ext uri="{9D8B030D-6E8A-4147-A177-3AD203B41FA5}">
                      <a16:colId xmlns:a16="http://schemas.microsoft.com/office/drawing/2014/main" val="1448893305"/>
                    </a:ext>
                  </a:extLst>
                </a:gridCol>
              </a:tblGrid>
              <a:tr h="370840">
                <a:tc>
                  <a:txBody>
                    <a:bodyPr/>
                    <a:lstStyle/>
                    <a:p>
                      <a:r>
                        <a:rPr lang="en-US" sz="1600" i="0"/>
                        <a:t>Epsilon</a:t>
                      </a:r>
                    </a:p>
                  </a:txBody>
                  <a:tcPr/>
                </a:tc>
                <a:tc>
                  <a:txBody>
                    <a:bodyPr/>
                    <a:lstStyle/>
                    <a:p>
                      <a:r>
                        <a:rPr lang="en-US" sz="1600" i="0"/>
                        <a:t>Impact</a:t>
                      </a:r>
                    </a:p>
                  </a:txBody>
                  <a:tcPr/>
                </a:tc>
                <a:tc>
                  <a:txBody>
                    <a:bodyPr/>
                    <a:lstStyle/>
                    <a:p>
                      <a:r>
                        <a:rPr lang="en-US" sz="1600" i="0"/>
                        <a:t>Result Interpretation</a:t>
                      </a:r>
                    </a:p>
                  </a:txBody>
                  <a:tcPr/>
                </a:tc>
                <a:extLst>
                  <a:ext uri="{0D108BD9-81ED-4DB2-BD59-A6C34878D82A}">
                    <a16:rowId xmlns:a16="http://schemas.microsoft.com/office/drawing/2014/main" val="3825914842"/>
                  </a:ext>
                </a:extLst>
              </a:tr>
              <a:tr h="370840">
                <a:tc>
                  <a:txBody>
                    <a:bodyPr/>
                    <a:lstStyle/>
                    <a:p>
                      <a:r>
                        <a:rPr lang="en-US" sz="1600" i="0"/>
                        <a:t>0.00</a:t>
                      </a:r>
                    </a:p>
                  </a:txBody>
                  <a:tcPr/>
                </a:tc>
                <a:tc>
                  <a:txBody>
                    <a:bodyPr/>
                    <a:lstStyle/>
                    <a:p>
                      <a:r>
                        <a:rPr lang="en-US" sz="1600" i="0"/>
                        <a:t>None</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SG" sz="1600" b="0" kern="1200">
                          <a:solidFill>
                            <a:schemeClr val="dk1"/>
                          </a:solidFill>
                          <a:effectLst/>
                          <a:latin typeface="+mn-lt"/>
                          <a:ea typeface="+mn-ea"/>
                          <a:cs typeface="+mn-cs"/>
                        </a:rPr>
                        <a:t>No attack (sanity check)</a:t>
                      </a:r>
                    </a:p>
                  </a:txBody>
                  <a:tcPr/>
                </a:tc>
                <a:extLst>
                  <a:ext uri="{0D108BD9-81ED-4DB2-BD59-A6C34878D82A}">
                    <a16:rowId xmlns:a16="http://schemas.microsoft.com/office/drawing/2014/main" val="2698738683"/>
                  </a:ext>
                </a:extLst>
              </a:tr>
              <a:tr h="370840">
                <a:tc>
                  <a:txBody>
                    <a:bodyPr/>
                    <a:lstStyle/>
                    <a:p>
                      <a:r>
                        <a:rPr lang="en-US" sz="1600" i="0"/>
                        <a:t>0.01</a:t>
                      </a:r>
                    </a:p>
                  </a:txBody>
                  <a:tcPr/>
                </a:tc>
                <a:tc>
                  <a:txBody>
                    <a:bodyPr/>
                    <a:lstStyle/>
                    <a:p>
                      <a:r>
                        <a:rPr lang="en-US" sz="1600" i="0"/>
                        <a:t>None</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SG" sz="1600" b="0" kern="1200">
                          <a:solidFill>
                            <a:schemeClr val="dk1"/>
                          </a:solidFill>
                          <a:effectLst/>
                          <a:latin typeface="+mn-lt"/>
                          <a:ea typeface="+mn-ea"/>
                          <a:cs typeface="+mn-cs"/>
                        </a:rPr>
                        <a:t>Imperceptible noise floor</a:t>
                      </a:r>
                    </a:p>
                  </a:txBody>
                  <a:tcPr/>
                </a:tc>
                <a:extLst>
                  <a:ext uri="{0D108BD9-81ED-4DB2-BD59-A6C34878D82A}">
                    <a16:rowId xmlns:a16="http://schemas.microsoft.com/office/drawing/2014/main" val="2514097751"/>
                  </a:ext>
                </a:extLst>
              </a:tr>
              <a:tr h="370840">
                <a:tc>
                  <a:txBody>
                    <a:bodyPr/>
                    <a:lstStyle/>
                    <a:p>
                      <a:r>
                        <a:rPr lang="en-US" sz="1600" i="0"/>
                        <a:t>0.03</a:t>
                      </a:r>
                    </a:p>
                  </a:txBody>
                  <a:tcPr/>
                </a:tc>
                <a:tc>
                  <a:txBody>
                    <a:bodyPr/>
                    <a:lstStyle/>
                    <a:p>
                      <a:r>
                        <a:rPr lang="en-US" sz="1600" i="0"/>
                        <a:t>Negligible</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SG" sz="1600" b="0" kern="1200">
                          <a:solidFill>
                            <a:schemeClr val="dk1"/>
                          </a:solidFill>
                          <a:effectLst/>
                          <a:latin typeface="+mn-lt"/>
                          <a:ea typeface="+mn-ea"/>
                          <a:cs typeface="+mn-cs"/>
                        </a:rPr>
                        <a:t>Goodfellow regime — typical literature value</a:t>
                      </a:r>
                    </a:p>
                  </a:txBody>
                  <a:tcPr/>
                </a:tc>
                <a:extLst>
                  <a:ext uri="{0D108BD9-81ED-4DB2-BD59-A6C34878D82A}">
                    <a16:rowId xmlns:a16="http://schemas.microsoft.com/office/drawing/2014/main" val="1898845183"/>
                  </a:ext>
                </a:extLst>
              </a:tr>
              <a:tr h="370840">
                <a:tc>
                  <a:txBody>
                    <a:bodyPr/>
                    <a:lstStyle/>
                    <a:p>
                      <a:r>
                        <a:rPr lang="en-US" sz="1600" i="0"/>
                        <a:t>0.05</a:t>
                      </a:r>
                    </a:p>
                  </a:txBody>
                  <a:tcPr/>
                </a:tc>
                <a:tc>
                  <a:txBody>
                    <a:bodyPr/>
                    <a:lstStyle/>
                    <a:p>
                      <a:r>
                        <a:rPr lang="en-US" sz="1600" i="0"/>
                        <a:t>Barely Visible</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SG" sz="1600" b="0" kern="1200">
                          <a:solidFill>
                            <a:schemeClr val="dk1"/>
                          </a:solidFill>
                          <a:effectLst/>
                          <a:latin typeface="+mn-lt"/>
                          <a:ea typeface="+mn-ea"/>
                          <a:cs typeface="+mn-cs"/>
                        </a:rPr>
                        <a:t>Mild perturbation</a:t>
                      </a:r>
                    </a:p>
                  </a:txBody>
                  <a:tcPr/>
                </a:tc>
                <a:extLst>
                  <a:ext uri="{0D108BD9-81ED-4DB2-BD59-A6C34878D82A}">
                    <a16:rowId xmlns:a16="http://schemas.microsoft.com/office/drawing/2014/main" val="2803588019"/>
                  </a:ext>
                </a:extLst>
              </a:tr>
              <a:tr h="370840">
                <a:tc>
                  <a:txBody>
                    <a:bodyPr/>
                    <a:lstStyle/>
                    <a:p>
                      <a:r>
                        <a:rPr lang="en-US" sz="1600" i="0"/>
                        <a:t>0.10</a:t>
                      </a:r>
                    </a:p>
                  </a:txBody>
                  <a:tcPr/>
                </a:tc>
                <a:tc>
                  <a:txBody>
                    <a:bodyPr/>
                    <a:lstStyle/>
                    <a:p>
                      <a:r>
                        <a:rPr lang="en-US" sz="1600" i="0"/>
                        <a:t>Slightly Visible</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SG" sz="1600" b="0" kern="1200">
                          <a:solidFill>
                            <a:schemeClr val="dk1"/>
                          </a:solidFill>
                          <a:effectLst/>
                          <a:latin typeface="+mn-lt"/>
                          <a:ea typeface="+mn-ea"/>
                          <a:cs typeface="+mn-cs"/>
                        </a:rPr>
                        <a:t>Moderate </a:t>
                      </a:r>
                    </a:p>
                  </a:txBody>
                  <a:tcPr/>
                </a:tc>
                <a:extLst>
                  <a:ext uri="{0D108BD9-81ED-4DB2-BD59-A6C34878D82A}">
                    <a16:rowId xmlns:a16="http://schemas.microsoft.com/office/drawing/2014/main" val="988839323"/>
                  </a:ext>
                </a:extLst>
              </a:tr>
              <a:tr h="370840">
                <a:tc>
                  <a:txBody>
                    <a:bodyPr/>
                    <a:lstStyle/>
                    <a:p>
                      <a:r>
                        <a:rPr lang="en-US" sz="1600" i="0"/>
                        <a:t>0.15</a:t>
                      </a:r>
                    </a:p>
                  </a:txBody>
                  <a:tcPr/>
                </a:tc>
                <a:tc>
                  <a:txBody>
                    <a:bodyPr/>
                    <a:lstStyle/>
                    <a:p>
                      <a:r>
                        <a:rPr lang="en-US" sz="1600" i="0"/>
                        <a:t>Visible</a:t>
                      </a:r>
                    </a:p>
                  </a:txBody>
                  <a:tcPr/>
                </a:tc>
                <a:tc>
                  <a:txBody>
                    <a:bodyPr/>
                    <a:lstStyle/>
                    <a:p>
                      <a:r>
                        <a:rPr lang="en-US" sz="1600" i="0"/>
                        <a:t>Visible</a:t>
                      </a:r>
                    </a:p>
                  </a:txBody>
                  <a:tcPr/>
                </a:tc>
                <a:extLst>
                  <a:ext uri="{0D108BD9-81ED-4DB2-BD59-A6C34878D82A}">
                    <a16:rowId xmlns:a16="http://schemas.microsoft.com/office/drawing/2014/main" val="695291533"/>
                  </a:ext>
                </a:extLst>
              </a:tr>
              <a:tr h="370840">
                <a:tc>
                  <a:txBody>
                    <a:bodyPr/>
                    <a:lstStyle/>
                    <a:p>
                      <a:r>
                        <a:rPr lang="en-US" sz="1600" i="0"/>
                        <a:t>0.20</a:t>
                      </a:r>
                    </a:p>
                  </a:txBody>
                  <a:tcPr/>
                </a:tc>
                <a:tc>
                  <a:txBody>
                    <a:bodyPr/>
                    <a:lstStyle/>
                    <a:p>
                      <a:r>
                        <a:rPr lang="en-US" sz="1600" i="0"/>
                        <a:t>Clear Noise</a:t>
                      </a:r>
                    </a:p>
                  </a:txBody>
                  <a:tcPr/>
                </a:tc>
                <a:tc>
                  <a:txBody>
                    <a:bodyPr/>
                    <a:lstStyle/>
                    <a:p>
                      <a:r>
                        <a:rPr lang="en-US" sz="1600" i="0"/>
                        <a:t>Strongly Visible</a:t>
                      </a:r>
                    </a:p>
                  </a:txBody>
                  <a:tcPr/>
                </a:tc>
                <a:extLst>
                  <a:ext uri="{0D108BD9-81ED-4DB2-BD59-A6C34878D82A}">
                    <a16:rowId xmlns:a16="http://schemas.microsoft.com/office/drawing/2014/main" val="3563507189"/>
                  </a:ext>
                </a:extLst>
              </a:tr>
              <a:tr h="370840">
                <a:tc>
                  <a:txBody>
                    <a:bodyPr/>
                    <a:lstStyle/>
                    <a:p>
                      <a:r>
                        <a:rPr lang="en-US" sz="1600" i="0"/>
                        <a:t>0.30</a:t>
                      </a:r>
                    </a:p>
                  </a:txBody>
                  <a:tcPr/>
                </a:tc>
                <a:tc>
                  <a:txBody>
                    <a:bodyPr/>
                    <a:lstStyle/>
                    <a:p>
                      <a:r>
                        <a:rPr lang="en-US" sz="1600" i="0"/>
                        <a:t>Obvious Noise</a:t>
                      </a:r>
                    </a:p>
                  </a:txBody>
                  <a:tcPr/>
                </a:tc>
                <a:tc>
                  <a:txBody>
                    <a:bodyPr/>
                    <a:lstStyle/>
                    <a:p>
                      <a:r>
                        <a:rPr lang="en-US" sz="1600" i="0"/>
                        <a:t>Heavy Perturbation</a:t>
                      </a:r>
                    </a:p>
                  </a:txBody>
                  <a:tcPr/>
                </a:tc>
                <a:extLst>
                  <a:ext uri="{0D108BD9-81ED-4DB2-BD59-A6C34878D82A}">
                    <a16:rowId xmlns:a16="http://schemas.microsoft.com/office/drawing/2014/main" val="1046786590"/>
                  </a:ext>
                </a:extLst>
              </a:tr>
            </a:tbl>
          </a:graphicData>
        </a:graphic>
      </p:graphicFrame>
    </p:spTree>
    <p:extLst>
      <p:ext uri="{BB962C8B-B14F-4D97-AF65-F5344CB8AC3E}">
        <p14:creationId xmlns:p14="http://schemas.microsoft.com/office/powerpoint/2010/main" val="15195578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640E9-ACFE-FA0D-79F4-001A9816E6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F80852-E95C-78AF-8D07-8D7C19AE3DC1}"/>
              </a:ext>
            </a:extLst>
          </p:cNvPr>
          <p:cNvSpPr>
            <a:spLocks noGrp="1"/>
          </p:cNvSpPr>
          <p:nvPr>
            <p:ph type="title"/>
          </p:nvPr>
        </p:nvSpPr>
        <p:spPr>
          <a:xfrm>
            <a:off x="457200" y="274638"/>
            <a:ext cx="8382000" cy="868362"/>
          </a:xfrm>
        </p:spPr>
        <p:txBody>
          <a:bodyPr vert="horz" lIns="91440" tIns="45720" rIns="91440" bIns="45720" rtlCol="0" anchor="ctr">
            <a:normAutofit/>
          </a:bodyPr>
          <a:lstStyle/>
          <a:p>
            <a:r>
              <a:rPr lang="en-US" b="1"/>
              <a:t>Experimentation Design</a:t>
            </a:r>
            <a:endParaRPr lang="en-SG" b="1"/>
          </a:p>
        </p:txBody>
      </p:sp>
      <p:sp>
        <p:nvSpPr>
          <p:cNvPr id="3" name="Content Placeholder 2">
            <a:extLst>
              <a:ext uri="{FF2B5EF4-FFF2-40B4-BE49-F238E27FC236}">
                <a16:creationId xmlns:a16="http://schemas.microsoft.com/office/drawing/2014/main" id="{04A63429-3D23-305C-DEA7-7F55F26E40B2}"/>
              </a:ext>
            </a:extLst>
          </p:cNvPr>
          <p:cNvSpPr>
            <a:spLocks noGrp="1"/>
          </p:cNvSpPr>
          <p:nvPr>
            <p:ph idx="1"/>
          </p:nvPr>
        </p:nvSpPr>
        <p:spPr>
          <a:xfrm>
            <a:off x="457200" y="1143000"/>
            <a:ext cx="7886700" cy="5029201"/>
          </a:xfrm>
        </p:spPr>
        <p:txBody>
          <a:bodyPr vert="horz" lIns="91440" tIns="45720" rIns="91440" bIns="45720" rtlCol="0" anchor="t">
            <a:noAutofit/>
          </a:bodyPr>
          <a:lstStyle/>
          <a:p>
            <a:pPr marL="0" indent="0">
              <a:buNone/>
            </a:pPr>
            <a:r>
              <a:rPr lang="en-US" sz="2000" b="1"/>
              <a:t>Epsilon Sweep Experimentation – Interpretation of Results</a:t>
            </a:r>
            <a:endParaRPr lang="en-SG" sz="2000" i="1"/>
          </a:p>
          <a:p>
            <a:endParaRPr lang="en-SG" sz="2000" i="1"/>
          </a:p>
          <a:p>
            <a:endParaRPr lang="en-SG" sz="2000" i="1"/>
          </a:p>
          <a:p>
            <a:pPr marL="0" indent="0">
              <a:buNone/>
            </a:pPr>
            <a:endParaRPr lang="en-SG" sz="2000"/>
          </a:p>
          <a:p>
            <a:pPr marL="0" indent="0">
              <a:buNone/>
            </a:pPr>
            <a:endParaRPr lang="en-SG" sz="2000"/>
          </a:p>
          <a:p>
            <a:pPr marL="0" indent="0">
              <a:buNone/>
            </a:pPr>
            <a:endParaRPr lang="en-SG" sz="2000"/>
          </a:p>
          <a:p>
            <a:pPr marL="0" indent="0">
              <a:buNone/>
            </a:pPr>
            <a:endParaRPr lang="en-SG" sz="2000" b="1"/>
          </a:p>
          <a:p>
            <a:pPr marL="0" indent="0">
              <a:buNone/>
            </a:pPr>
            <a:endParaRPr lang="en-SG" sz="2000" b="1"/>
          </a:p>
          <a:p>
            <a:pPr marL="0" indent="0">
              <a:buNone/>
            </a:pPr>
            <a:endParaRPr lang="en-SG" sz="2000" b="1"/>
          </a:p>
          <a:p>
            <a:pPr marL="0" indent="0" algn="just">
              <a:buNone/>
            </a:pPr>
            <a:r>
              <a:rPr lang="en-SG"/>
              <a:t>An imperceptible perturbation (ε=0.01, ~1% of pixel range) collapses the model from 94.14% to 23.93% accuracy, i.e. a </a:t>
            </a:r>
            <a:r>
              <a:rPr lang="en-SG" b="1">
                <a:solidFill>
                  <a:schemeClr val="tx2">
                    <a:lumMod val="76000"/>
                    <a:lumOff val="24000"/>
                  </a:schemeClr>
                </a:solidFill>
              </a:rPr>
              <a:t>70% drop</a:t>
            </a:r>
            <a:r>
              <a:rPr lang="en-SG"/>
              <a:t> induced by noise no human observer would detect.</a:t>
            </a:r>
          </a:p>
        </p:txBody>
      </p:sp>
      <p:pic>
        <p:nvPicPr>
          <p:cNvPr id="6" name="Picture 5">
            <a:extLst>
              <a:ext uri="{FF2B5EF4-FFF2-40B4-BE49-F238E27FC236}">
                <a16:creationId xmlns:a16="http://schemas.microsoft.com/office/drawing/2014/main" id="{33FE4868-7B3C-9F27-3CDD-04797E0DDAF4}"/>
              </a:ext>
            </a:extLst>
          </p:cNvPr>
          <p:cNvPicPr>
            <a:picLocks noChangeAspect="1"/>
          </p:cNvPicPr>
          <p:nvPr/>
        </p:nvPicPr>
        <p:blipFill>
          <a:blip r:embed="rId3"/>
          <a:stretch>
            <a:fillRect/>
          </a:stretch>
        </p:blipFill>
        <p:spPr>
          <a:xfrm>
            <a:off x="609600" y="1828800"/>
            <a:ext cx="5702300" cy="2400300"/>
          </a:xfrm>
          <a:prstGeom prst="rect">
            <a:avLst/>
          </a:prstGeom>
        </p:spPr>
      </p:pic>
      <p:sp>
        <p:nvSpPr>
          <p:cNvPr id="7" name="Footer Placeholder 3">
            <a:extLst>
              <a:ext uri="{FF2B5EF4-FFF2-40B4-BE49-F238E27FC236}">
                <a16:creationId xmlns:a16="http://schemas.microsoft.com/office/drawing/2014/main" id="{04D7658D-9F5E-C31D-9476-A0D9C8A755C1}"/>
              </a:ext>
            </a:extLst>
          </p:cNvPr>
          <p:cNvSpPr>
            <a:spLocks noGrp="1"/>
          </p:cNvSpPr>
          <p:nvPr>
            <p:ph type="ftr" sz="quarter" idx="11"/>
          </p:nvPr>
        </p:nvSpPr>
        <p:spPr>
          <a:xfrm>
            <a:off x="457200" y="6356351"/>
            <a:ext cx="8001000" cy="365125"/>
          </a:xfrm>
        </p:spPr>
        <p:txBody>
          <a:bodyPr/>
          <a:lstStyle/>
          <a:p>
            <a:pPr>
              <a:defRPr/>
            </a:pPr>
            <a:r>
              <a:rPr lang="en-US"/>
              <a:t>AI tools were used for coding assistance, debugging support, workflow guidance, and slide structuring. All experimental design, interpretation, analysis, conclusions, and reflections were independently reviewed, validated, and written by the team.</a:t>
            </a:r>
          </a:p>
        </p:txBody>
      </p:sp>
    </p:spTree>
    <p:extLst>
      <p:ext uri="{BB962C8B-B14F-4D97-AF65-F5344CB8AC3E}">
        <p14:creationId xmlns:p14="http://schemas.microsoft.com/office/powerpoint/2010/main" val="37799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B3138-88D7-8634-6F93-7DCCC034C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083964-A2A2-9BAD-F965-6EECE7763F1E}"/>
              </a:ext>
            </a:extLst>
          </p:cNvPr>
          <p:cNvSpPr>
            <a:spLocks noGrp="1"/>
          </p:cNvSpPr>
          <p:nvPr>
            <p:ph type="title"/>
          </p:nvPr>
        </p:nvSpPr>
        <p:spPr>
          <a:xfrm>
            <a:off x="457200" y="274638"/>
            <a:ext cx="8382000" cy="868362"/>
          </a:xfrm>
        </p:spPr>
        <p:txBody>
          <a:bodyPr vert="horz" lIns="91440" tIns="45720" rIns="91440" bIns="45720" rtlCol="0" anchor="ctr">
            <a:normAutofit/>
          </a:bodyPr>
          <a:lstStyle/>
          <a:p>
            <a:r>
              <a:rPr lang="en-SG" b="1"/>
              <a:t>Per-Class Vulnerability Analysis</a:t>
            </a:r>
          </a:p>
        </p:txBody>
      </p:sp>
      <p:sp>
        <p:nvSpPr>
          <p:cNvPr id="3" name="Content Placeholder 2">
            <a:extLst>
              <a:ext uri="{FF2B5EF4-FFF2-40B4-BE49-F238E27FC236}">
                <a16:creationId xmlns:a16="http://schemas.microsoft.com/office/drawing/2014/main" id="{75F846CE-FF26-2B65-0B2A-6E4C7F49310D}"/>
              </a:ext>
            </a:extLst>
          </p:cNvPr>
          <p:cNvSpPr>
            <a:spLocks noGrp="1"/>
          </p:cNvSpPr>
          <p:nvPr>
            <p:ph idx="1"/>
          </p:nvPr>
        </p:nvSpPr>
        <p:spPr>
          <a:xfrm>
            <a:off x="501769" y="5648466"/>
            <a:ext cx="7886700" cy="707885"/>
          </a:xfrm>
        </p:spPr>
        <p:txBody>
          <a:bodyPr>
            <a:normAutofit/>
          </a:bodyPr>
          <a:lstStyle/>
          <a:p>
            <a:pPr marL="0" indent="0">
              <a:buNone/>
            </a:pPr>
            <a:r>
              <a:rPr lang="en-SG" sz="2000" b="1"/>
              <a:t>Finding</a:t>
            </a:r>
            <a:r>
              <a:rPr lang="en-SG" sz="2000"/>
              <a:t>: Model vulnerability is class-dependent rather than uniformly distributed.</a:t>
            </a:r>
          </a:p>
          <a:p>
            <a:endParaRPr lang="en-SG" sz="2000" i="1"/>
          </a:p>
          <a:p>
            <a:pPr marL="0" indent="0">
              <a:buNone/>
            </a:pPr>
            <a:endParaRPr lang="en-SG" sz="2000"/>
          </a:p>
        </p:txBody>
      </p:sp>
      <p:sp>
        <p:nvSpPr>
          <p:cNvPr id="9" name="TextBox 8">
            <a:extLst>
              <a:ext uri="{FF2B5EF4-FFF2-40B4-BE49-F238E27FC236}">
                <a16:creationId xmlns:a16="http://schemas.microsoft.com/office/drawing/2014/main" id="{57FA90D7-1D42-07D0-4D19-9762DC927C86}"/>
              </a:ext>
            </a:extLst>
          </p:cNvPr>
          <p:cNvSpPr txBox="1"/>
          <p:nvPr/>
        </p:nvSpPr>
        <p:spPr>
          <a:xfrm>
            <a:off x="451449" y="1118558"/>
            <a:ext cx="8077200" cy="1631216"/>
          </a:xfrm>
          <a:prstGeom prst="rect">
            <a:avLst/>
          </a:prstGeom>
          <a:noFill/>
        </p:spPr>
        <p:txBody>
          <a:bodyPr wrap="square" rtlCol="0">
            <a:spAutoFit/>
          </a:bodyPr>
          <a:lstStyle/>
          <a:p>
            <a:pPr marL="342900" indent="-342900">
              <a:buFont typeface="Arial" panose="020B0604020202020204" pitchFamily="34" charset="0"/>
              <a:buChar char="•"/>
            </a:pPr>
            <a:r>
              <a:rPr lang="en-SG" sz="2000"/>
              <a:t>Equal distribution of 1000 samples per class.</a:t>
            </a:r>
          </a:p>
          <a:p>
            <a:pPr marL="342900" indent="-342900">
              <a:buFont typeface="Arial" panose="020B0604020202020204" pitchFamily="34" charset="0"/>
              <a:buChar char="•"/>
            </a:pPr>
            <a:r>
              <a:rPr lang="en-SG" sz="2000"/>
              <a:t>The 3 most vulnerable classes identified are:</a:t>
            </a:r>
          </a:p>
          <a:p>
            <a:pPr marL="800100" lvl="1" indent="-342900">
              <a:buFont typeface="Arial" panose="020B0604020202020204" pitchFamily="34" charset="0"/>
              <a:buChar char="•"/>
            </a:pPr>
            <a:r>
              <a:rPr lang="en-SG" sz="2000"/>
              <a:t>Truck, Horse, Frog (drop of 95.1%, 94.2% and </a:t>
            </a:r>
            <a:r>
              <a:rPr lang="en-SG" sz="2000">
                <a:solidFill>
                  <a:srgbClr val="FF0000"/>
                </a:solidFill>
              </a:rPr>
              <a:t>91.7%</a:t>
            </a:r>
            <a:r>
              <a:rPr lang="en-SG" sz="2000"/>
              <a:t> respectively)</a:t>
            </a:r>
          </a:p>
          <a:p>
            <a:pPr marL="342900" indent="-342900">
              <a:buFont typeface="Arial" panose="020B0604020202020204" pitchFamily="34" charset="0"/>
              <a:buChar char="•"/>
            </a:pPr>
            <a:r>
              <a:rPr lang="en-SG" sz="2000"/>
              <a:t>The 3 most robust classes are:</a:t>
            </a:r>
          </a:p>
          <a:p>
            <a:pPr marL="800100" lvl="1" indent="-342900">
              <a:buFont typeface="Arial" panose="020B0604020202020204" pitchFamily="34" charset="0"/>
              <a:buChar char="•"/>
            </a:pPr>
            <a:r>
              <a:rPr lang="en-SG" sz="2000"/>
              <a:t>Bird, Cat, Ship (drop of 75%, 75.7% and 79.4% respectively)</a:t>
            </a:r>
          </a:p>
        </p:txBody>
      </p:sp>
      <p:pic>
        <p:nvPicPr>
          <p:cNvPr id="10" name="Picture 9">
            <a:extLst>
              <a:ext uri="{FF2B5EF4-FFF2-40B4-BE49-F238E27FC236}">
                <a16:creationId xmlns:a16="http://schemas.microsoft.com/office/drawing/2014/main" id="{94B54035-A01D-AD96-F7D0-AA2BD169BC43}"/>
              </a:ext>
            </a:extLst>
          </p:cNvPr>
          <p:cNvPicPr>
            <a:picLocks noChangeAspect="1"/>
          </p:cNvPicPr>
          <p:nvPr/>
        </p:nvPicPr>
        <p:blipFill>
          <a:blip r:embed="rId3"/>
          <a:stretch>
            <a:fillRect/>
          </a:stretch>
        </p:blipFill>
        <p:spPr>
          <a:xfrm>
            <a:off x="558919" y="2728208"/>
            <a:ext cx="7772400" cy="2877859"/>
          </a:xfrm>
          <a:prstGeom prst="rect">
            <a:avLst/>
          </a:prstGeom>
        </p:spPr>
      </p:pic>
      <p:sp>
        <p:nvSpPr>
          <p:cNvPr id="11" name="Footer Placeholder 3">
            <a:extLst>
              <a:ext uri="{FF2B5EF4-FFF2-40B4-BE49-F238E27FC236}">
                <a16:creationId xmlns:a16="http://schemas.microsoft.com/office/drawing/2014/main" id="{E0782ACC-9D27-B30F-21C7-7F7907F58E39}"/>
              </a:ext>
            </a:extLst>
          </p:cNvPr>
          <p:cNvSpPr>
            <a:spLocks noGrp="1"/>
          </p:cNvSpPr>
          <p:nvPr>
            <p:ph type="ftr" sz="quarter" idx="11"/>
          </p:nvPr>
        </p:nvSpPr>
        <p:spPr>
          <a:xfrm>
            <a:off x="457200" y="6356351"/>
            <a:ext cx="8001000" cy="365125"/>
          </a:xfrm>
        </p:spPr>
        <p:txBody>
          <a:bodyPr/>
          <a:lstStyle/>
          <a:p>
            <a:pPr>
              <a:defRPr/>
            </a:pPr>
            <a:r>
              <a:rPr lang="en-US"/>
              <a:t>AI tools were used for coding assistance, debugging support, workflow guidance, and slide structuring. All experimental design, interpretation, analysis, conclusions, and reflections were independently reviewed, validated, and written by the team.</a:t>
            </a:r>
          </a:p>
        </p:txBody>
      </p:sp>
    </p:spTree>
    <p:extLst>
      <p:ext uri="{BB962C8B-B14F-4D97-AF65-F5344CB8AC3E}">
        <p14:creationId xmlns:p14="http://schemas.microsoft.com/office/powerpoint/2010/main" val="31578619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47A89-0B7A-B9E5-9047-47F9837854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561D9F-F3AA-3D3C-AB8A-EE7ED00C6075}"/>
              </a:ext>
            </a:extLst>
          </p:cNvPr>
          <p:cNvSpPr>
            <a:spLocks noGrp="1"/>
          </p:cNvSpPr>
          <p:nvPr>
            <p:ph type="title"/>
          </p:nvPr>
        </p:nvSpPr>
        <p:spPr>
          <a:xfrm>
            <a:off x="609600" y="274638"/>
            <a:ext cx="8229600" cy="868362"/>
          </a:xfrm>
        </p:spPr>
        <p:txBody>
          <a:bodyPr vert="horz" lIns="91440" tIns="45720" rIns="91440" bIns="45720" rtlCol="0" anchor="ctr">
            <a:normAutofit/>
          </a:bodyPr>
          <a:lstStyle/>
          <a:p>
            <a:r>
              <a:rPr lang="en-SG" b="1"/>
              <a:t>Per-Class Vulnerability Analysis</a:t>
            </a:r>
          </a:p>
        </p:txBody>
      </p:sp>
      <p:pic>
        <p:nvPicPr>
          <p:cNvPr id="11" name="Picture 10">
            <a:extLst>
              <a:ext uri="{FF2B5EF4-FFF2-40B4-BE49-F238E27FC236}">
                <a16:creationId xmlns:a16="http://schemas.microsoft.com/office/drawing/2014/main" id="{D1D54174-3A31-7FBC-7D9E-DA1A7927441F}"/>
              </a:ext>
            </a:extLst>
          </p:cNvPr>
          <p:cNvPicPr>
            <a:picLocks noChangeAspect="1"/>
          </p:cNvPicPr>
          <p:nvPr/>
        </p:nvPicPr>
        <p:blipFill>
          <a:blip r:embed="rId3"/>
          <a:stretch>
            <a:fillRect/>
          </a:stretch>
        </p:blipFill>
        <p:spPr>
          <a:xfrm>
            <a:off x="609600" y="1269793"/>
            <a:ext cx="7772400" cy="4916632"/>
          </a:xfrm>
          <a:prstGeom prst="rect">
            <a:avLst/>
          </a:prstGeom>
        </p:spPr>
      </p:pic>
      <p:sp>
        <p:nvSpPr>
          <p:cNvPr id="12" name="Footer Placeholder 3">
            <a:extLst>
              <a:ext uri="{FF2B5EF4-FFF2-40B4-BE49-F238E27FC236}">
                <a16:creationId xmlns:a16="http://schemas.microsoft.com/office/drawing/2014/main" id="{0A7C70AE-B83D-6674-3B49-80C33FC8F989}"/>
              </a:ext>
            </a:extLst>
          </p:cNvPr>
          <p:cNvSpPr>
            <a:spLocks noGrp="1"/>
          </p:cNvSpPr>
          <p:nvPr>
            <p:ph type="ftr" sz="quarter" idx="11"/>
          </p:nvPr>
        </p:nvSpPr>
        <p:spPr>
          <a:xfrm>
            <a:off x="457200" y="6356351"/>
            <a:ext cx="8001000" cy="365125"/>
          </a:xfrm>
        </p:spPr>
        <p:txBody>
          <a:bodyPr/>
          <a:lstStyle/>
          <a:p>
            <a:pPr>
              <a:defRPr/>
            </a:pPr>
            <a:r>
              <a:rPr lang="en-US"/>
              <a:t>AI tools were used for coding assistance, debugging support, workflow guidance, and slide structuring. All experimental design, interpretation, analysis, conclusions, and reflections were independently reviewed, validated, and written by the team.</a:t>
            </a:r>
          </a:p>
        </p:txBody>
      </p:sp>
    </p:spTree>
    <p:extLst>
      <p:ext uri="{BB962C8B-B14F-4D97-AF65-F5344CB8AC3E}">
        <p14:creationId xmlns:p14="http://schemas.microsoft.com/office/powerpoint/2010/main" val="37705253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FCC5F-6E07-8D5D-6143-7B922A1636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814812-849F-9B81-724F-475E152520CC}"/>
              </a:ext>
            </a:extLst>
          </p:cNvPr>
          <p:cNvSpPr>
            <a:spLocks noGrp="1"/>
          </p:cNvSpPr>
          <p:nvPr>
            <p:ph type="title"/>
          </p:nvPr>
        </p:nvSpPr>
        <p:spPr>
          <a:xfrm>
            <a:off x="457200" y="274638"/>
            <a:ext cx="8382000" cy="868362"/>
          </a:xfrm>
        </p:spPr>
        <p:txBody>
          <a:bodyPr vert="horz" lIns="91440" tIns="45720" rIns="91440" bIns="45720" rtlCol="0" anchor="ctr">
            <a:normAutofit/>
          </a:bodyPr>
          <a:lstStyle/>
          <a:p>
            <a:r>
              <a:rPr lang="en-SG" b="1"/>
              <a:t>Per-Class Vulnerability Analysis</a:t>
            </a:r>
          </a:p>
        </p:txBody>
      </p:sp>
      <p:sp>
        <p:nvSpPr>
          <p:cNvPr id="5" name="TextBox 4">
            <a:extLst>
              <a:ext uri="{FF2B5EF4-FFF2-40B4-BE49-F238E27FC236}">
                <a16:creationId xmlns:a16="http://schemas.microsoft.com/office/drawing/2014/main" id="{C3EECC54-CE37-FBC7-4F75-082E072D139F}"/>
              </a:ext>
            </a:extLst>
          </p:cNvPr>
          <p:cNvSpPr txBox="1"/>
          <p:nvPr/>
        </p:nvSpPr>
        <p:spPr>
          <a:xfrm>
            <a:off x="457200" y="1114396"/>
            <a:ext cx="8229600" cy="707886"/>
          </a:xfrm>
          <a:prstGeom prst="rect">
            <a:avLst/>
          </a:prstGeom>
          <a:noFill/>
        </p:spPr>
        <p:txBody>
          <a:bodyPr wrap="square" rtlCol="0">
            <a:spAutoFit/>
          </a:bodyPr>
          <a:lstStyle/>
          <a:p>
            <a:r>
              <a:rPr lang="en-SG" sz="2000" b="1"/>
              <a:t>The Single-Class Attractor Collapse Phenomenon </a:t>
            </a:r>
            <a:r>
              <a:rPr lang="en-SG" sz="2000"/>
              <a:t>-</a:t>
            </a:r>
            <a:r>
              <a:rPr lang="en-SG" sz="2000" b="1"/>
              <a:t> </a:t>
            </a:r>
            <a:r>
              <a:rPr lang="en-SG" sz="2000"/>
              <a:t>model is predicting "bird" for half of all images at </a:t>
            </a:r>
            <a:r>
              <a:rPr lang="en-SG" sz="2000" err="1"/>
              <a:t>ε</a:t>
            </a:r>
            <a:r>
              <a:rPr lang="en-SG" sz="2000"/>
              <a:t>=0.3</a:t>
            </a:r>
          </a:p>
        </p:txBody>
      </p:sp>
      <p:pic>
        <p:nvPicPr>
          <p:cNvPr id="9" name="Picture 8">
            <a:extLst>
              <a:ext uri="{FF2B5EF4-FFF2-40B4-BE49-F238E27FC236}">
                <a16:creationId xmlns:a16="http://schemas.microsoft.com/office/drawing/2014/main" id="{B502D413-1C3F-A310-6E40-312D4387212A}"/>
              </a:ext>
            </a:extLst>
          </p:cNvPr>
          <p:cNvPicPr>
            <a:picLocks noChangeAspect="1"/>
          </p:cNvPicPr>
          <p:nvPr/>
        </p:nvPicPr>
        <p:blipFill>
          <a:blip r:embed="rId3"/>
          <a:stretch>
            <a:fillRect/>
          </a:stretch>
        </p:blipFill>
        <p:spPr>
          <a:xfrm>
            <a:off x="990600" y="1982758"/>
            <a:ext cx="7162800" cy="4078817"/>
          </a:xfrm>
          <a:prstGeom prst="rect">
            <a:avLst/>
          </a:prstGeom>
        </p:spPr>
      </p:pic>
      <p:sp>
        <p:nvSpPr>
          <p:cNvPr id="10" name="Footer Placeholder 3">
            <a:extLst>
              <a:ext uri="{FF2B5EF4-FFF2-40B4-BE49-F238E27FC236}">
                <a16:creationId xmlns:a16="http://schemas.microsoft.com/office/drawing/2014/main" id="{5675C596-801F-5735-7579-54CE0CC91F6F}"/>
              </a:ext>
            </a:extLst>
          </p:cNvPr>
          <p:cNvSpPr>
            <a:spLocks noGrp="1"/>
          </p:cNvSpPr>
          <p:nvPr>
            <p:ph type="ftr" sz="quarter" idx="11"/>
          </p:nvPr>
        </p:nvSpPr>
        <p:spPr>
          <a:xfrm>
            <a:off x="457200" y="6356351"/>
            <a:ext cx="8001000" cy="365125"/>
          </a:xfrm>
        </p:spPr>
        <p:txBody>
          <a:bodyPr/>
          <a:lstStyle/>
          <a:p>
            <a:pPr>
              <a:defRPr/>
            </a:pPr>
            <a:r>
              <a:rPr lang="en-US"/>
              <a:t>AI tools were used for coding assistance, debugging support, workflow guidance, and slide structuring. All experimental design, interpretation, analysis, conclusions, and reflections were independently reviewed, validated, and written by the team.</a:t>
            </a:r>
          </a:p>
        </p:txBody>
      </p:sp>
    </p:spTree>
    <p:extLst>
      <p:ext uri="{BB962C8B-B14F-4D97-AF65-F5344CB8AC3E}">
        <p14:creationId xmlns:p14="http://schemas.microsoft.com/office/powerpoint/2010/main" val="5586670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27292-7D88-7BCF-6CCD-8C59CA8404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9B7EAD-6148-2DB4-2C62-3F1D8B6BC626}"/>
              </a:ext>
            </a:extLst>
          </p:cNvPr>
          <p:cNvSpPr>
            <a:spLocks noGrp="1"/>
          </p:cNvSpPr>
          <p:nvPr>
            <p:ph type="title"/>
          </p:nvPr>
        </p:nvSpPr>
        <p:spPr>
          <a:xfrm>
            <a:off x="457200" y="274638"/>
            <a:ext cx="8382000" cy="868362"/>
          </a:xfrm>
        </p:spPr>
        <p:txBody>
          <a:bodyPr vert="horz" lIns="91440" tIns="45720" rIns="91440" bIns="45720" rtlCol="0" anchor="ctr">
            <a:normAutofit/>
          </a:bodyPr>
          <a:lstStyle/>
          <a:p>
            <a:r>
              <a:rPr lang="en-SG" b="1"/>
              <a:t>Per-Class Vulnerability Analysis </a:t>
            </a:r>
          </a:p>
        </p:txBody>
      </p:sp>
      <p:sp>
        <p:nvSpPr>
          <p:cNvPr id="5" name="TextBox 4">
            <a:extLst>
              <a:ext uri="{FF2B5EF4-FFF2-40B4-BE49-F238E27FC236}">
                <a16:creationId xmlns:a16="http://schemas.microsoft.com/office/drawing/2014/main" id="{D009742E-B9C7-A7BB-4EAE-D13FF962890F}"/>
              </a:ext>
            </a:extLst>
          </p:cNvPr>
          <p:cNvSpPr txBox="1"/>
          <p:nvPr/>
        </p:nvSpPr>
        <p:spPr>
          <a:xfrm>
            <a:off x="451449" y="1143000"/>
            <a:ext cx="8229600" cy="4093428"/>
          </a:xfrm>
          <a:prstGeom prst="rect">
            <a:avLst/>
          </a:prstGeom>
          <a:noFill/>
        </p:spPr>
        <p:txBody>
          <a:bodyPr wrap="square" rtlCol="0">
            <a:spAutoFit/>
          </a:bodyPr>
          <a:lstStyle/>
          <a:p>
            <a:r>
              <a:rPr lang="en-SG" sz="2000" b="1"/>
              <a:t>Insights:</a:t>
            </a:r>
          </a:p>
          <a:p>
            <a:endParaRPr lang="en-SG" sz="2000" b="1"/>
          </a:p>
          <a:p>
            <a:r>
              <a:rPr lang="en-SG" sz="2000"/>
              <a:t>Adversarial attacks do not cause random failure.   They expose structured weaknesses in the model’s learned feature space.</a:t>
            </a:r>
          </a:p>
          <a:p>
            <a:endParaRPr lang="en-SG" sz="2000" b="1"/>
          </a:p>
          <a:p>
            <a:pPr marL="342900" indent="-342900">
              <a:buFont typeface="Arial" panose="020B0604020202020204" pitchFamily="34" charset="0"/>
              <a:buChar char="•"/>
            </a:pPr>
            <a:r>
              <a:rPr lang="en-SG" sz="2000"/>
              <a:t>Animal Classes Were More Fragile Under Small Attacks</a:t>
            </a:r>
          </a:p>
          <a:p>
            <a:pPr marL="342900" indent="-342900">
              <a:buFont typeface="Arial" panose="020B0604020202020204" pitchFamily="34" charset="0"/>
              <a:buChar char="•"/>
            </a:pPr>
            <a:r>
              <a:rPr lang="en-SG" sz="2000"/>
              <a:t>Robustness Depends on Attack Strength</a:t>
            </a:r>
          </a:p>
          <a:p>
            <a:pPr marL="342900" indent="-342900">
              <a:buFont typeface="Arial" panose="020B0604020202020204" pitchFamily="34" charset="0"/>
              <a:buChar char="•"/>
            </a:pPr>
            <a:r>
              <a:rPr lang="en-SG" sz="2000"/>
              <a:t>Model Failure Was Structured, Not Random</a:t>
            </a:r>
          </a:p>
          <a:p>
            <a:pPr marL="342900" indent="-342900">
              <a:buFont typeface="Arial" panose="020B0604020202020204" pitchFamily="34" charset="0"/>
              <a:buChar char="•"/>
            </a:pPr>
            <a:r>
              <a:rPr lang="en-SG" sz="2000"/>
              <a:t>Aggregate Accuracy Hid Important Behaviour</a:t>
            </a:r>
          </a:p>
          <a:p>
            <a:pPr marL="342900" indent="-342900">
              <a:buFont typeface="Arial" panose="020B0604020202020204" pitchFamily="34" charset="0"/>
              <a:buChar char="•"/>
            </a:pPr>
            <a:r>
              <a:rPr lang="en-SG" sz="2000"/>
              <a:t>Deployment Implications</a:t>
            </a:r>
          </a:p>
          <a:p>
            <a:br>
              <a:rPr lang="en-SG" sz="2000"/>
            </a:br>
            <a:endParaRPr lang="en-SG" sz="2000"/>
          </a:p>
          <a:p>
            <a:pPr marL="342900" indent="-342900">
              <a:buFont typeface="Arial" panose="020B0604020202020204" pitchFamily="34" charset="0"/>
              <a:buChar char="•"/>
            </a:pPr>
            <a:endParaRPr lang="en-SG" sz="2000" b="1"/>
          </a:p>
        </p:txBody>
      </p:sp>
      <p:sp>
        <p:nvSpPr>
          <p:cNvPr id="6" name="Footer Placeholder 3">
            <a:extLst>
              <a:ext uri="{FF2B5EF4-FFF2-40B4-BE49-F238E27FC236}">
                <a16:creationId xmlns:a16="http://schemas.microsoft.com/office/drawing/2014/main" id="{CDDE6895-D92E-4C0E-A5D4-6895F83E8BF5}"/>
              </a:ext>
            </a:extLst>
          </p:cNvPr>
          <p:cNvSpPr>
            <a:spLocks noGrp="1"/>
          </p:cNvSpPr>
          <p:nvPr>
            <p:ph type="ftr" sz="quarter" idx="11"/>
          </p:nvPr>
        </p:nvSpPr>
        <p:spPr>
          <a:xfrm>
            <a:off x="457200" y="6356351"/>
            <a:ext cx="8001000" cy="365125"/>
          </a:xfrm>
        </p:spPr>
        <p:txBody>
          <a:bodyPr/>
          <a:lstStyle/>
          <a:p>
            <a:pPr>
              <a:defRPr/>
            </a:pPr>
            <a:r>
              <a:rPr lang="en-US"/>
              <a:t>AI tools were used for coding assistance, debugging support, workflow guidance, and slide structuring. All experimental design, interpretation, analysis, conclusions, and reflections were independently reviewed, validated, and written by the team.</a:t>
            </a:r>
          </a:p>
        </p:txBody>
      </p:sp>
    </p:spTree>
    <p:extLst>
      <p:ext uri="{BB962C8B-B14F-4D97-AF65-F5344CB8AC3E}">
        <p14:creationId xmlns:p14="http://schemas.microsoft.com/office/powerpoint/2010/main" val="39401208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BF5277-B9BD-C474-6A3B-DCD08BC5B3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CF3F27-414E-178B-FA69-A515B602067E}"/>
              </a:ext>
            </a:extLst>
          </p:cNvPr>
          <p:cNvSpPr>
            <a:spLocks noGrp="1"/>
          </p:cNvSpPr>
          <p:nvPr>
            <p:ph type="title"/>
          </p:nvPr>
        </p:nvSpPr>
        <p:spPr>
          <a:xfrm>
            <a:off x="457200" y="274638"/>
            <a:ext cx="8382000" cy="868362"/>
          </a:xfrm>
        </p:spPr>
        <p:txBody>
          <a:bodyPr vert="horz" lIns="91440" tIns="45720" rIns="91440" bIns="45720" rtlCol="0" anchor="ctr">
            <a:normAutofit/>
          </a:bodyPr>
          <a:lstStyle/>
          <a:p>
            <a:r>
              <a:rPr lang="en-US" b="1"/>
              <a:t>Confusion Matrix </a:t>
            </a:r>
            <a:r>
              <a:rPr lang="en-SG" b="1"/>
              <a:t>Under Attack</a:t>
            </a:r>
          </a:p>
        </p:txBody>
      </p:sp>
      <p:sp>
        <p:nvSpPr>
          <p:cNvPr id="5" name="TextBox 4">
            <a:extLst>
              <a:ext uri="{FF2B5EF4-FFF2-40B4-BE49-F238E27FC236}">
                <a16:creationId xmlns:a16="http://schemas.microsoft.com/office/drawing/2014/main" id="{8EE8E63E-4ECC-4F05-81F0-0982CB57121B}"/>
              </a:ext>
            </a:extLst>
          </p:cNvPr>
          <p:cNvSpPr txBox="1"/>
          <p:nvPr/>
        </p:nvSpPr>
        <p:spPr>
          <a:xfrm>
            <a:off x="457200" y="1295400"/>
            <a:ext cx="7924800" cy="400110"/>
          </a:xfrm>
          <a:prstGeom prst="rect">
            <a:avLst/>
          </a:prstGeom>
          <a:noFill/>
        </p:spPr>
        <p:txBody>
          <a:bodyPr wrap="square" rtlCol="0">
            <a:spAutoFit/>
          </a:bodyPr>
          <a:lstStyle/>
          <a:p>
            <a:r>
              <a:rPr lang="en-SG" sz="2000"/>
              <a:t>To verify if adversarial failure was structured rather than random.</a:t>
            </a:r>
          </a:p>
        </p:txBody>
      </p:sp>
      <p:graphicFrame>
        <p:nvGraphicFramePr>
          <p:cNvPr id="8" name="Table 7">
            <a:extLst>
              <a:ext uri="{FF2B5EF4-FFF2-40B4-BE49-F238E27FC236}">
                <a16:creationId xmlns:a16="http://schemas.microsoft.com/office/drawing/2014/main" id="{5C9FCC08-D83D-2FC2-93DA-7DA982976DB1}"/>
              </a:ext>
            </a:extLst>
          </p:cNvPr>
          <p:cNvGraphicFramePr>
            <a:graphicFrameLocks noGrp="1"/>
          </p:cNvGraphicFramePr>
          <p:nvPr>
            <p:extLst>
              <p:ext uri="{D42A27DB-BD31-4B8C-83A1-F6EECF244321}">
                <p14:modId xmlns:p14="http://schemas.microsoft.com/office/powerpoint/2010/main" val="2414074680"/>
              </p:ext>
            </p:extLst>
          </p:nvPr>
        </p:nvGraphicFramePr>
        <p:xfrm>
          <a:off x="598576" y="2455496"/>
          <a:ext cx="5878424" cy="1112520"/>
        </p:xfrm>
        <a:graphic>
          <a:graphicData uri="http://schemas.openxmlformats.org/drawingml/2006/table">
            <a:tbl>
              <a:tblPr firstRow="1" bandRow="1">
                <a:tableStyleId>{5C22544A-7EE6-4342-B048-85BDC9FD1C3A}</a:tableStyleId>
              </a:tblPr>
              <a:tblGrid>
                <a:gridCol w="2939212">
                  <a:extLst>
                    <a:ext uri="{9D8B030D-6E8A-4147-A177-3AD203B41FA5}">
                      <a16:colId xmlns:a16="http://schemas.microsoft.com/office/drawing/2014/main" val="1896474580"/>
                    </a:ext>
                  </a:extLst>
                </a:gridCol>
                <a:gridCol w="2939212">
                  <a:extLst>
                    <a:ext uri="{9D8B030D-6E8A-4147-A177-3AD203B41FA5}">
                      <a16:colId xmlns:a16="http://schemas.microsoft.com/office/drawing/2014/main" val="55222910"/>
                    </a:ext>
                  </a:extLst>
                </a:gridCol>
              </a:tblGrid>
              <a:tr h="370840">
                <a:tc>
                  <a:txBody>
                    <a:bodyPr/>
                    <a:lstStyle/>
                    <a:p>
                      <a:r>
                        <a:rPr lang="en-US" sz="1800"/>
                        <a:t>Attack Regime</a:t>
                      </a:r>
                    </a:p>
                  </a:txBody>
                  <a:tcPr/>
                </a:tc>
                <a:tc>
                  <a:txBody>
                    <a:bodyPr/>
                    <a:lstStyle/>
                    <a:p>
                      <a:r>
                        <a:rPr lang="en-US" sz="1800"/>
                        <a:t>Dominant </a:t>
                      </a:r>
                      <a:r>
                        <a:rPr lang="en-US" sz="1800" err="1"/>
                        <a:t>Behaviour</a:t>
                      </a:r>
                      <a:endParaRPr lang="en-US" sz="1800"/>
                    </a:p>
                  </a:txBody>
                  <a:tcPr/>
                </a:tc>
                <a:extLst>
                  <a:ext uri="{0D108BD9-81ED-4DB2-BD59-A6C34878D82A}">
                    <a16:rowId xmlns:a16="http://schemas.microsoft.com/office/drawing/2014/main" val="2416103481"/>
                  </a:ext>
                </a:extLst>
              </a:tr>
              <a:tr h="370840">
                <a:tc>
                  <a:txBody>
                    <a:bodyPr/>
                    <a:lstStyle/>
                    <a:p>
                      <a:r>
                        <a:rPr lang="en-SG" sz="1800"/>
                        <a:t>Low </a:t>
                      </a:r>
                      <a:r>
                        <a:rPr lang="en-SG" sz="1800" err="1"/>
                        <a:t>ε</a:t>
                      </a:r>
                      <a:endParaRPr lang="en-US" sz="1800"/>
                    </a:p>
                  </a:txBody>
                  <a:tcPr/>
                </a:tc>
                <a:tc>
                  <a:txBody>
                    <a:bodyPr/>
                    <a:lstStyle/>
                    <a:p>
                      <a:r>
                        <a:rPr lang="en-US" sz="1800"/>
                        <a:t>Local Semantic Confusion</a:t>
                      </a:r>
                    </a:p>
                  </a:txBody>
                  <a:tcPr/>
                </a:tc>
                <a:extLst>
                  <a:ext uri="{0D108BD9-81ED-4DB2-BD59-A6C34878D82A}">
                    <a16:rowId xmlns:a16="http://schemas.microsoft.com/office/drawing/2014/main" val="2466128281"/>
                  </a:ext>
                </a:extLst>
              </a:tr>
              <a:tr h="370840">
                <a:tc>
                  <a:txBody>
                    <a:bodyPr/>
                    <a:lstStyle/>
                    <a:p>
                      <a:r>
                        <a:rPr lang="en-SG" sz="1800"/>
                        <a:t>High </a:t>
                      </a:r>
                      <a:r>
                        <a:rPr lang="en-SG" sz="1800" err="1"/>
                        <a:t>ε</a:t>
                      </a:r>
                      <a:endParaRPr lang="en-US" sz="1800"/>
                    </a:p>
                  </a:txBody>
                  <a:tcPr/>
                </a:tc>
                <a:tc>
                  <a:txBody>
                    <a:bodyPr/>
                    <a:lstStyle/>
                    <a:p>
                      <a:r>
                        <a:rPr lang="en-US" sz="1800"/>
                        <a:t>Global Attractor Collapse</a:t>
                      </a:r>
                    </a:p>
                  </a:txBody>
                  <a:tcPr/>
                </a:tc>
                <a:extLst>
                  <a:ext uri="{0D108BD9-81ED-4DB2-BD59-A6C34878D82A}">
                    <a16:rowId xmlns:a16="http://schemas.microsoft.com/office/drawing/2014/main" val="1529071565"/>
                  </a:ext>
                </a:extLst>
              </a:tr>
            </a:tbl>
          </a:graphicData>
        </a:graphic>
      </p:graphicFrame>
      <p:sp>
        <p:nvSpPr>
          <p:cNvPr id="9" name="TextBox 8">
            <a:extLst>
              <a:ext uri="{FF2B5EF4-FFF2-40B4-BE49-F238E27FC236}">
                <a16:creationId xmlns:a16="http://schemas.microsoft.com/office/drawing/2014/main" id="{E65278A4-1D8D-56BB-FC49-AA2024B365CA}"/>
              </a:ext>
            </a:extLst>
          </p:cNvPr>
          <p:cNvSpPr txBox="1"/>
          <p:nvPr/>
        </p:nvSpPr>
        <p:spPr>
          <a:xfrm>
            <a:off x="568384" y="4099550"/>
            <a:ext cx="7924800" cy="707886"/>
          </a:xfrm>
          <a:prstGeom prst="rect">
            <a:avLst/>
          </a:prstGeom>
          <a:noFill/>
        </p:spPr>
        <p:txBody>
          <a:bodyPr wrap="square" rtlCol="0">
            <a:spAutoFit/>
          </a:bodyPr>
          <a:lstStyle/>
          <a:p>
            <a:r>
              <a:rPr lang="en-SG" sz="2000"/>
              <a:t>Adversarial attacks exposed structured weaknesses in the model’s learned feature space rather than causing purely random failure.</a:t>
            </a:r>
          </a:p>
        </p:txBody>
      </p:sp>
      <p:sp>
        <p:nvSpPr>
          <p:cNvPr id="10" name="Footer Placeholder 3">
            <a:extLst>
              <a:ext uri="{FF2B5EF4-FFF2-40B4-BE49-F238E27FC236}">
                <a16:creationId xmlns:a16="http://schemas.microsoft.com/office/drawing/2014/main" id="{14042884-3D3C-6064-1441-3CF6B617147B}"/>
              </a:ext>
            </a:extLst>
          </p:cNvPr>
          <p:cNvSpPr>
            <a:spLocks noGrp="1"/>
          </p:cNvSpPr>
          <p:nvPr>
            <p:ph type="ftr" sz="quarter" idx="11"/>
          </p:nvPr>
        </p:nvSpPr>
        <p:spPr>
          <a:xfrm>
            <a:off x="457200" y="6356351"/>
            <a:ext cx="8001000" cy="365125"/>
          </a:xfrm>
        </p:spPr>
        <p:txBody>
          <a:bodyPr/>
          <a:lstStyle/>
          <a:p>
            <a:pPr>
              <a:defRPr/>
            </a:pPr>
            <a:r>
              <a:rPr lang="en-US"/>
              <a:t>AI tools were used for coding assistance, debugging support, workflow guidance, and slide structuring. All experimental design, interpretation, analysis, conclusions, and reflections were independently reviewed, validated, and written by the team.</a:t>
            </a:r>
          </a:p>
        </p:txBody>
      </p:sp>
    </p:spTree>
    <p:extLst>
      <p:ext uri="{BB962C8B-B14F-4D97-AF65-F5344CB8AC3E}">
        <p14:creationId xmlns:p14="http://schemas.microsoft.com/office/powerpoint/2010/main" val="21415139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849252-04D8-C7C3-080E-C318754D9A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C8269A-34FB-1FA8-6948-E0EF77181FBA}"/>
              </a:ext>
            </a:extLst>
          </p:cNvPr>
          <p:cNvSpPr>
            <a:spLocks noGrp="1"/>
          </p:cNvSpPr>
          <p:nvPr>
            <p:ph type="title"/>
          </p:nvPr>
        </p:nvSpPr>
        <p:spPr>
          <a:xfrm>
            <a:off x="457200" y="274638"/>
            <a:ext cx="8382000" cy="868362"/>
          </a:xfrm>
        </p:spPr>
        <p:txBody>
          <a:bodyPr vert="horz" lIns="91440" tIns="45720" rIns="91440" bIns="45720" rtlCol="0" anchor="ctr">
            <a:normAutofit/>
          </a:bodyPr>
          <a:lstStyle/>
          <a:p>
            <a:r>
              <a:rPr lang="en-US" b="1"/>
              <a:t>Confidence Analysis</a:t>
            </a:r>
            <a:endParaRPr lang="en-SG" b="1"/>
          </a:p>
        </p:txBody>
      </p:sp>
      <p:sp>
        <p:nvSpPr>
          <p:cNvPr id="5" name="TextBox 4">
            <a:extLst>
              <a:ext uri="{FF2B5EF4-FFF2-40B4-BE49-F238E27FC236}">
                <a16:creationId xmlns:a16="http://schemas.microsoft.com/office/drawing/2014/main" id="{F0B9E553-0629-6799-DDDA-5978C6D5C513}"/>
              </a:ext>
            </a:extLst>
          </p:cNvPr>
          <p:cNvSpPr txBox="1"/>
          <p:nvPr/>
        </p:nvSpPr>
        <p:spPr>
          <a:xfrm>
            <a:off x="495300" y="1295400"/>
            <a:ext cx="7886700" cy="400110"/>
          </a:xfrm>
          <a:prstGeom prst="rect">
            <a:avLst/>
          </a:prstGeom>
          <a:noFill/>
        </p:spPr>
        <p:txBody>
          <a:bodyPr wrap="square" rtlCol="0">
            <a:spAutoFit/>
          </a:bodyPr>
          <a:lstStyle/>
          <a:p>
            <a:r>
              <a:rPr lang="en-SG" sz="2000"/>
              <a:t>Is confidence a usable safety signal? </a:t>
            </a:r>
          </a:p>
        </p:txBody>
      </p:sp>
      <p:pic>
        <p:nvPicPr>
          <p:cNvPr id="8" name="Picture 7">
            <a:extLst>
              <a:ext uri="{FF2B5EF4-FFF2-40B4-BE49-F238E27FC236}">
                <a16:creationId xmlns:a16="http://schemas.microsoft.com/office/drawing/2014/main" id="{E0FF2788-6083-67A6-659B-342CF7385D1F}"/>
              </a:ext>
            </a:extLst>
          </p:cNvPr>
          <p:cNvPicPr>
            <a:picLocks noChangeAspect="1"/>
          </p:cNvPicPr>
          <p:nvPr/>
        </p:nvPicPr>
        <p:blipFill>
          <a:blip r:embed="rId3"/>
          <a:stretch>
            <a:fillRect/>
          </a:stretch>
        </p:blipFill>
        <p:spPr>
          <a:xfrm>
            <a:off x="552450" y="1850785"/>
            <a:ext cx="7772400" cy="1718421"/>
          </a:xfrm>
          <a:prstGeom prst="rect">
            <a:avLst/>
          </a:prstGeom>
        </p:spPr>
      </p:pic>
      <p:sp>
        <p:nvSpPr>
          <p:cNvPr id="9" name="TextBox 8">
            <a:extLst>
              <a:ext uri="{FF2B5EF4-FFF2-40B4-BE49-F238E27FC236}">
                <a16:creationId xmlns:a16="http://schemas.microsoft.com/office/drawing/2014/main" id="{E18C4A7A-07CE-43E5-5D4A-D9C9B97DEFDE}"/>
              </a:ext>
            </a:extLst>
          </p:cNvPr>
          <p:cNvSpPr txBox="1"/>
          <p:nvPr/>
        </p:nvSpPr>
        <p:spPr>
          <a:xfrm>
            <a:off x="552450" y="3842269"/>
            <a:ext cx="7639050" cy="2246769"/>
          </a:xfrm>
          <a:prstGeom prst="rect">
            <a:avLst/>
          </a:prstGeom>
          <a:noFill/>
        </p:spPr>
        <p:txBody>
          <a:bodyPr wrap="square" rtlCol="0">
            <a:spAutoFit/>
          </a:bodyPr>
          <a:lstStyle/>
          <a:p>
            <a:r>
              <a:rPr lang="en-SG" sz="2000"/>
              <a:t>Confidence trajectory: </a:t>
            </a:r>
          </a:p>
          <a:p>
            <a:pPr marL="342900" indent="-342900">
              <a:buFont typeface="Arial" panose="020B0604020202020204" pitchFamily="34" charset="0"/>
              <a:buChar char="•"/>
            </a:pPr>
            <a:r>
              <a:rPr lang="en-SG" sz="2000"/>
              <a:t>GREEN line (correct predictions) staying high indicates that model is confident when right </a:t>
            </a:r>
          </a:p>
          <a:p>
            <a:pPr marL="342900" indent="-342900">
              <a:buFont typeface="Arial" panose="020B0604020202020204" pitchFamily="34" charset="0"/>
              <a:buChar char="•"/>
            </a:pPr>
            <a:r>
              <a:rPr lang="en-SG" sz="2000"/>
              <a:t>RED line (incorrect predictions) staying high indicates that model is confidently WRONG </a:t>
            </a:r>
          </a:p>
          <a:p>
            <a:pPr marL="342900" indent="-342900">
              <a:buFont typeface="Arial" panose="020B0604020202020204" pitchFamily="34" charset="0"/>
              <a:buChar char="•"/>
            </a:pPr>
            <a:r>
              <a:rPr lang="en-SG" sz="2000"/>
              <a:t>Lines converging or crossing = confidence cannot discriminate</a:t>
            </a:r>
          </a:p>
          <a:p>
            <a:pPr marL="342900" indent="-342900">
              <a:buFont typeface="Arial" panose="020B0604020202020204" pitchFamily="34" charset="0"/>
              <a:buChar char="•"/>
            </a:pPr>
            <a:r>
              <a:rPr lang="en-SG" sz="2000"/>
              <a:t>The 'uniform' line at 0.10 is the chance-level confidence floor</a:t>
            </a:r>
            <a:endParaRPr lang="en-US" sz="2000"/>
          </a:p>
        </p:txBody>
      </p:sp>
      <p:sp>
        <p:nvSpPr>
          <p:cNvPr id="10" name="Footer Placeholder 3">
            <a:extLst>
              <a:ext uri="{FF2B5EF4-FFF2-40B4-BE49-F238E27FC236}">
                <a16:creationId xmlns:a16="http://schemas.microsoft.com/office/drawing/2014/main" id="{DA5E1A3C-4DC6-A7CD-5B48-AA26F46E8263}"/>
              </a:ext>
            </a:extLst>
          </p:cNvPr>
          <p:cNvSpPr>
            <a:spLocks noGrp="1"/>
          </p:cNvSpPr>
          <p:nvPr>
            <p:ph type="ftr" sz="quarter" idx="11"/>
          </p:nvPr>
        </p:nvSpPr>
        <p:spPr>
          <a:xfrm>
            <a:off x="495300" y="6179538"/>
            <a:ext cx="8001000" cy="365125"/>
          </a:xfrm>
        </p:spPr>
        <p:txBody>
          <a:bodyPr/>
          <a:lstStyle/>
          <a:p>
            <a:pPr>
              <a:defRPr/>
            </a:pPr>
            <a:r>
              <a:rPr lang="en-US"/>
              <a:t>AI tools were used for coding assistance, debugging support, workflow guidance, and slide structuring. All experimental design, interpretation, analysis, conclusions, and reflections were independently reviewed, validated, and written by the team.</a:t>
            </a:r>
          </a:p>
        </p:txBody>
      </p:sp>
    </p:spTree>
    <p:extLst>
      <p:ext uri="{BB962C8B-B14F-4D97-AF65-F5344CB8AC3E}">
        <p14:creationId xmlns:p14="http://schemas.microsoft.com/office/powerpoint/2010/main" val="9434343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CB603-D32A-632A-8A3C-2F2276EBBE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6E14DB-9FB6-FD59-4B12-9B8C13385850}"/>
              </a:ext>
            </a:extLst>
          </p:cNvPr>
          <p:cNvSpPr>
            <a:spLocks noGrp="1"/>
          </p:cNvSpPr>
          <p:nvPr>
            <p:ph type="title"/>
          </p:nvPr>
        </p:nvSpPr>
        <p:spPr>
          <a:xfrm>
            <a:off x="457200" y="274638"/>
            <a:ext cx="8382000" cy="868362"/>
          </a:xfrm>
        </p:spPr>
        <p:txBody>
          <a:bodyPr vert="horz" lIns="91440" tIns="45720" rIns="91440" bIns="45720" rtlCol="0" anchor="ctr">
            <a:normAutofit/>
          </a:bodyPr>
          <a:lstStyle/>
          <a:p>
            <a:r>
              <a:rPr lang="en-US" b="1"/>
              <a:t>Confidence Analysis</a:t>
            </a:r>
            <a:endParaRPr lang="en-SG" b="1"/>
          </a:p>
        </p:txBody>
      </p:sp>
      <p:sp>
        <p:nvSpPr>
          <p:cNvPr id="5" name="TextBox 4">
            <a:extLst>
              <a:ext uri="{FF2B5EF4-FFF2-40B4-BE49-F238E27FC236}">
                <a16:creationId xmlns:a16="http://schemas.microsoft.com/office/drawing/2014/main" id="{3E466797-ACF8-8E3E-68D0-BE1290865F67}"/>
              </a:ext>
            </a:extLst>
          </p:cNvPr>
          <p:cNvSpPr txBox="1"/>
          <p:nvPr/>
        </p:nvSpPr>
        <p:spPr>
          <a:xfrm>
            <a:off x="495300" y="1295400"/>
            <a:ext cx="7886700" cy="1323439"/>
          </a:xfrm>
          <a:prstGeom prst="rect">
            <a:avLst/>
          </a:prstGeom>
          <a:noFill/>
        </p:spPr>
        <p:txBody>
          <a:bodyPr wrap="square" rtlCol="0">
            <a:spAutoFit/>
          </a:bodyPr>
          <a:lstStyle/>
          <a:p>
            <a:r>
              <a:rPr lang="en-SG" sz="2000"/>
              <a:t>Distribution overlap:</a:t>
            </a:r>
          </a:p>
          <a:p>
            <a:pPr marL="342900" indent="-342900">
              <a:buFont typeface="Arial" panose="020B0604020202020204" pitchFamily="34" charset="0"/>
              <a:buChar char="•"/>
            </a:pPr>
            <a:r>
              <a:rPr lang="en-SG" sz="2000"/>
              <a:t>Distributions far apart = confidence is a usable signal </a:t>
            </a:r>
          </a:p>
          <a:p>
            <a:pPr marL="342900" indent="-342900">
              <a:buFont typeface="Arial" panose="020B0604020202020204" pitchFamily="34" charset="0"/>
              <a:buChar char="•"/>
            </a:pPr>
            <a:r>
              <a:rPr lang="en-SG" sz="2000"/>
              <a:t>Distributions overlapping = confidence is useless as a signal </a:t>
            </a:r>
          </a:p>
          <a:p>
            <a:pPr marL="342900" indent="-342900">
              <a:buFont typeface="Arial" panose="020B0604020202020204" pitchFamily="34" charset="0"/>
              <a:buChar char="•"/>
            </a:pPr>
            <a:r>
              <a:rPr lang="en-SG" sz="2000"/>
              <a:t>Compare clean (left) to attack regimes (middle, right)</a:t>
            </a:r>
          </a:p>
        </p:txBody>
      </p:sp>
      <p:pic>
        <p:nvPicPr>
          <p:cNvPr id="8" name="Picture 7">
            <a:extLst>
              <a:ext uri="{FF2B5EF4-FFF2-40B4-BE49-F238E27FC236}">
                <a16:creationId xmlns:a16="http://schemas.microsoft.com/office/drawing/2014/main" id="{6F8EA399-4AEB-3E69-4B87-CC75355065F3}"/>
              </a:ext>
            </a:extLst>
          </p:cNvPr>
          <p:cNvPicPr>
            <a:picLocks noChangeAspect="1"/>
          </p:cNvPicPr>
          <p:nvPr/>
        </p:nvPicPr>
        <p:blipFill>
          <a:blip r:embed="rId3"/>
          <a:stretch>
            <a:fillRect/>
          </a:stretch>
        </p:blipFill>
        <p:spPr>
          <a:xfrm>
            <a:off x="495300" y="3040698"/>
            <a:ext cx="8262554" cy="1874520"/>
          </a:xfrm>
          <a:prstGeom prst="rect">
            <a:avLst/>
          </a:prstGeom>
        </p:spPr>
      </p:pic>
      <p:sp>
        <p:nvSpPr>
          <p:cNvPr id="9" name="Footer Placeholder 3">
            <a:extLst>
              <a:ext uri="{FF2B5EF4-FFF2-40B4-BE49-F238E27FC236}">
                <a16:creationId xmlns:a16="http://schemas.microsoft.com/office/drawing/2014/main" id="{1C186049-9605-C5C7-DD05-8934982F323C}"/>
              </a:ext>
            </a:extLst>
          </p:cNvPr>
          <p:cNvSpPr>
            <a:spLocks noGrp="1"/>
          </p:cNvSpPr>
          <p:nvPr>
            <p:ph type="ftr" sz="quarter" idx="11"/>
          </p:nvPr>
        </p:nvSpPr>
        <p:spPr>
          <a:xfrm>
            <a:off x="495300" y="6262506"/>
            <a:ext cx="8001000" cy="365125"/>
          </a:xfrm>
        </p:spPr>
        <p:txBody>
          <a:bodyPr/>
          <a:lstStyle/>
          <a:p>
            <a:pPr>
              <a:defRPr/>
            </a:pPr>
            <a:r>
              <a:rPr lang="en-US"/>
              <a:t>AI tools were used for coding assistance, debugging support, workflow guidance, and slide structuring. All experimental design, interpretation, analysis, conclusions, and reflections were independently reviewed, validated, and written by the team.</a:t>
            </a:r>
          </a:p>
        </p:txBody>
      </p:sp>
    </p:spTree>
    <p:extLst>
      <p:ext uri="{BB962C8B-B14F-4D97-AF65-F5344CB8AC3E}">
        <p14:creationId xmlns:p14="http://schemas.microsoft.com/office/powerpoint/2010/main" val="25728025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26075-979D-83F3-5273-99575ADCF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9C3089-0AF9-6EAD-7C8A-4B7C60DCA611}"/>
              </a:ext>
            </a:extLst>
          </p:cNvPr>
          <p:cNvSpPr>
            <a:spLocks noGrp="1"/>
          </p:cNvSpPr>
          <p:nvPr>
            <p:ph type="title"/>
          </p:nvPr>
        </p:nvSpPr>
        <p:spPr>
          <a:xfrm>
            <a:off x="457200" y="274638"/>
            <a:ext cx="8382000" cy="868362"/>
          </a:xfrm>
        </p:spPr>
        <p:txBody>
          <a:bodyPr vert="horz" lIns="91440" tIns="45720" rIns="91440" bIns="45720" rtlCol="0" anchor="ctr">
            <a:normAutofit/>
          </a:bodyPr>
          <a:lstStyle/>
          <a:p>
            <a:r>
              <a:rPr lang="en-US" b="1"/>
              <a:t>Confidence Analysis</a:t>
            </a:r>
            <a:endParaRPr lang="en-SG" b="1"/>
          </a:p>
        </p:txBody>
      </p:sp>
      <p:pic>
        <p:nvPicPr>
          <p:cNvPr id="7" name="Content Placeholder 6">
            <a:extLst>
              <a:ext uri="{FF2B5EF4-FFF2-40B4-BE49-F238E27FC236}">
                <a16:creationId xmlns:a16="http://schemas.microsoft.com/office/drawing/2014/main" id="{0310C7EF-FB8E-E5CC-FFDC-201303FC6783}"/>
              </a:ext>
            </a:extLst>
          </p:cNvPr>
          <p:cNvPicPr>
            <a:picLocks noGrp="1" noChangeAspect="1"/>
          </p:cNvPicPr>
          <p:nvPr>
            <p:ph idx="1"/>
          </p:nvPr>
        </p:nvPicPr>
        <p:blipFill>
          <a:blip r:embed="rId3"/>
          <a:stretch>
            <a:fillRect/>
          </a:stretch>
        </p:blipFill>
        <p:spPr>
          <a:xfrm>
            <a:off x="573912" y="2976422"/>
            <a:ext cx="3864738" cy="2586178"/>
          </a:xfrm>
          <a:prstGeom prst="rect">
            <a:avLst/>
          </a:prstGeom>
        </p:spPr>
      </p:pic>
      <p:sp>
        <p:nvSpPr>
          <p:cNvPr id="5" name="TextBox 4">
            <a:extLst>
              <a:ext uri="{FF2B5EF4-FFF2-40B4-BE49-F238E27FC236}">
                <a16:creationId xmlns:a16="http://schemas.microsoft.com/office/drawing/2014/main" id="{D0482372-3D56-F3D0-4A1B-876D03BD0F84}"/>
              </a:ext>
            </a:extLst>
          </p:cNvPr>
          <p:cNvSpPr txBox="1"/>
          <p:nvPr/>
        </p:nvSpPr>
        <p:spPr>
          <a:xfrm>
            <a:off x="495300" y="1295400"/>
            <a:ext cx="7886700" cy="1631216"/>
          </a:xfrm>
          <a:prstGeom prst="rect">
            <a:avLst/>
          </a:prstGeom>
          <a:noFill/>
        </p:spPr>
        <p:txBody>
          <a:bodyPr wrap="square" rtlCol="0">
            <a:spAutoFit/>
          </a:bodyPr>
          <a:lstStyle/>
          <a:p>
            <a:r>
              <a:rPr lang="en-SG" sz="2000" b="1"/>
              <a:t>Attractor Confidence</a:t>
            </a:r>
            <a:r>
              <a:rPr lang="en-SG" sz="2000"/>
              <a:t>: </a:t>
            </a:r>
          </a:p>
          <a:p>
            <a:pPr marL="342900" indent="-342900">
              <a:buFont typeface="Arial" panose="020B0604020202020204" pitchFamily="34" charset="0"/>
              <a:buChar char="•"/>
            </a:pPr>
            <a:r>
              <a:rPr lang="en-SG" sz="2000"/>
              <a:t>High attractor-prediction confidence = model is confidently fallen into the attractor class</a:t>
            </a:r>
          </a:p>
          <a:p>
            <a:pPr marL="342900" indent="-342900">
              <a:buFont typeface="Arial" panose="020B0604020202020204" pitchFamily="34" charset="0"/>
              <a:buChar char="•"/>
            </a:pPr>
            <a:r>
              <a:rPr lang="en-SG" sz="2000"/>
              <a:t>Low confidence on attractor predictions = model is at least signalling uncertainty during collapse</a:t>
            </a:r>
          </a:p>
        </p:txBody>
      </p:sp>
      <p:pic>
        <p:nvPicPr>
          <p:cNvPr id="8" name="Picture 7">
            <a:extLst>
              <a:ext uri="{FF2B5EF4-FFF2-40B4-BE49-F238E27FC236}">
                <a16:creationId xmlns:a16="http://schemas.microsoft.com/office/drawing/2014/main" id="{D9707110-524D-E020-DDEA-22E9D54C05ED}"/>
              </a:ext>
            </a:extLst>
          </p:cNvPr>
          <p:cNvPicPr>
            <a:picLocks noChangeAspect="1"/>
          </p:cNvPicPr>
          <p:nvPr/>
        </p:nvPicPr>
        <p:blipFill>
          <a:blip r:embed="rId4"/>
          <a:stretch>
            <a:fillRect/>
          </a:stretch>
        </p:blipFill>
        <p:spPr>
          <a:xfrm>
            <a:off x="4913413" y="3079016"/>
            <a:ext cx="3656675" cy="2513082"/>
          </a:xfrm>
          <a:prstGeom prst="rect">
            <a:avLst/>
          </a:prstGeom>
        </p:spPr>
      </p:pic>
      <p:sp>
        <p:nvSpPr>
          <p:cNvPr id="9" name="Footer Placeholder 3">
            <a:extLst>
              <a:ext uri="{FF2B5EF4-FFF2-40B4-BE49-F238E27FC236}">
                <a16:creationId xmlns:a16="http://schemas.microsoft.com/office/drawing/2014/main" id="{5F90A7AD-2107-D545-A566-0A934466517E}"/>
              </a:ext>
            </a:extLst>
          </p:cNvPr>
          <p:cNvSpPr>
            <a:spLocks noGrp="1"/>
          </p:cNvSpPr>
          <p:nvPr>
            <p:ph type="ftr" sz="quarter" idx="11"/>
          </p:nvPr>
        </p:nvSpPr>
        <p:spPr>
          <a:xfrm>
            <a:off x="438150" y="6218237"/>
            <a:ext cx="8001000" cy="365125"/>
          </a:xfrm>
        </p:spPr>
        <p:txBody>
          <a:bodyPr/>
          <a:lstStyle/>
          <a:p>
            <a:pPr>
              <a:defRPr/>
            </a:pPr>
            <a:r>
              <a:rPr lang="en-US"/>
              <a:t>AI tools were used for coding assistance, debugging support, workflow guidance, and slide structuring. All experimental design, interpretation, analysis, conclusions, and reflections were independently reviewed, validated, and written by the team.</a:t>
            </a:r>
          </a:p>
        </p:txBody>
      </p:sp>
    </p:spTree>
    <p:extLst>
      <p:ext uri="{BB962C8B-B14F-4D97-AF65-F5344CB8AC3E}">
        <p14:creationId xmlns:p14="http://schemas.microsoft.com/office/powerpoint/2010/main" val="38458480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828CA53-307C-30B0-D943-3C2BCD03D7C7}"/>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Triangle 15">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1DE24FC5-3CC2-55EA-5BD4-627032C91A58}"/>
              </a:ext>
            </a:extLst>
          </p:cNvPr>
          <p:cNvSpPr>
            <a:spLocks noGrp="1"/>
          </p:cNvSpPr>
          <p:nvPr>
            <p:ph type="ctrTitle"/>
          </p:nvPr>
        </p:nvSpPr>
        <p:spPr>
          <a:xfrm>
            <a:off x="963930" y="1008993"/>
            <a:ext cx="6923558" cy="3542045"/>
          </a:xfrm>
        </p:spPr>
        <p:txBody>
          <a:bodyPr anchor="b">
            <a:normAutofit/>
          </a:bodyPr>
          <a:lstStyle/>
          <a:p>
            <a:pPr algn="l"/>
            <a:r>
              <a:rPr lang="en-US" sz="10000" b="1"/>
              <a:t>MNIST</a:t>
            </a:r>
          </a:p>
        </p:txBody>
      </p:sp>
      <p:sp>
        <p:nvSpPr>
          <p:cNvPr id="9" name="Subtitle 8">
            <a:extLst>
              <a:ext uri="{FF2B5EF4-FFF2-40B4-BE49-F238E27FC236}">
                <a16:creationId xmlns:a16="http://schemas.microsoft.com/office/drawing/2014/main" id="{B8C19E39-29A0-BD2D-C939-499BD5FAFD57}"/>
              </a:ext>
            </a:extLst>
          </p:cNvPr>
          <p:cNvSpPr>
            <a:spLocks noGrp="1"/>
          </p:cNvSpPr>
          <p:nvPr>
            <p:ph type="subTitle" idx="1"/>
          </p:nvPr>
        </p:nvSpPr>
        <p:spPr>
          <a:xfrm>
            <a:off x="963930" y="4582814"/>
            <a:ext cx="5349252" cy="1312657"/>
          </a:xfrm>
        </p:spPr>
        <p:txBody>
          <a:bodyPr anchor="t">
            <a:normAutofit/>
          </a:bodyPr>
          <a:lstStyle/>
          <a:p>
            <a:pPr algn="l"/>
            <a:r>
              <a:rPr lang="en-US"/>
              <a:t>Training results, Clean Accuracy, Adversarial attack setup &amp; results</a:t>
            </a:r>
          </a:p>
        </p:txBody>
      </p:sp>
    </p:spTree>
    <p:extLst>
      <p:ext uri="{BB962C8B-B14F-4D97-AF65-F5344CB8AC3E}">
        <p14:creationId xmlns:p14="http://schemas.microsoft.com/office/powerpoint/2010/main" val="36930234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EA39C-02C0-C71B-1A0E-33D757087550}"/>
              </a:ext>
            </a:extLst>
          </p:cNvPr>
          <p:cNvSpPr>
            <a:spLocks noGrp="1"/>
          </p:cNvSpPr>
          <p:nvPr>
            <p:ph type="title"/>
          </p:nvPr>
        </p:nvSpPr>
        <p:spPr>
          <a:xfrm>
            <a:off x="274079" y="220619"/>
            <a:ext cx="7886700" cy="561631"/>
          </a:xfrm>
        </p:spPr>
        <p:txBody>
          <a:bodyPr>
            <a:normAutofit fontScale="90000"/>
          </a:bodyPr>
          <a:lstStyle/>
          <a:p>
            <a:r>
              <a:rPr lang="en-US" sz="3500" b="1"/>
              <a:t>Training Results</a:t>
            </a:r>
          </a:p>
        </p:txBody>
      </p:sp>
      <p:pic>
        <p:nvPicPr>
          <p:cNvPr id="6" name="Picture 5">
            <a:extLst>
              <a:ext uri="{FF2B5EF4-FFF2-40B4-BE49-F238E27FC236}">
                <a16:creationId xmlns:a16="http://schemas.microsoft.com/office/drawing/2014/main" id="{5B39B1A3-FED5-E54C-CD16-A792D75AB92E}"/>
              </a:ext>
            </a:extLst>
          </p:cNvPr>
          <p:cNvPicPr>
            <a:picLocks noChangeAspect="1"/>
          </p:cNvPicPr>
          <p:nvPr/>
        </p:nvPicPr>
        <p:blipFill>
          <a:blip r:embed="rId3"/>
          <a:stretch>
            <a:fillRect/>
          </a:stretch>
        </p:blipFill>
        <p:spPr>
          <a:xfrm>
            <a:off x="261722" y="3765031"/>
            <a:ext cx="4864100" cy="2882900"/>
          </a:xfrm>
          <a:prstGeom prst="rect">
            <a:avLst/>
          </a:prstGeom>
        </p:spPr>
      </p:pic>
      <p:pic>
        <p:nvPicPr>
          <p:cNvPr id="7" name="Picture 6">
            <a:extLst>
              <a:ext uri="{FF2B5EF4-FFF2-40B4-BE49-F238E27FC236}">
                <a16:creationId xmlns:a16="http://schemas.microsoft.com/office/drawing/2014/main" id="{83924F65-AD0F-8DFD-90F3-A0B2942D2B5E}"/>
              </a:ext>
            </a:extLst>
          </p:cNvPr>
          <p:cNvPicPr>
            <a:picLocks noChangeAspect="1"/>
          </p:cNvPicPr>
          <p:nvPr/>
        </p:nvPicPr>
        <p:blipFill>
          <a:blip r:embed="rId4"/>
          <a:stretch>
            <a:fillRect/>
          </a:stretch>
        </p:blipFill>
        <p:spPr>
          <a:xfrm>
            <a:off x="274079" y="824123"/>
            <a:ext cx="3441155" cy="2882900"/>
          </a:xfrm>
          <a:prstGeom prst="rect">
            <a:avLst/>
          </a:prstGeom>
        </p:spPr>
      </p:pic>
      <p:pic>
        <p:nvPicPr>
          <p:cNvPr id="8" name="Picture 7">
            <a:extLst>
              <a:ext uri="{FF2B5EF4-FFF2-40B4-BE49-F238E27FC236}">
                <a16:creationId xmlns:a16="http://schemas.microsoft.com/office/drawing/2014/main" id="{2C9909F6-257F-9DE6-1537-72D7120F4F3C}"/>
              </a:ext>
            </a:extLst>
          </p:cNvPr>
          <p:cNvPicPr>
            <a:picLocks noChangeAspect="1"/>
          </p:cNvPicPr>
          <p:nvPr/>
        </p:nvPicPr>
        <p:blipFill>
          <a:blip r:embed="rId5"/>
          <a:stretch>
            <a:fillRect/>
          </a:stretch>
        </p:blipFill>
        <p:spPr>
          <a:xfrm>
            <a:off x="3797986" y="766116"/>
            <a:ext cx="5321300" cy="4800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5194665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4949B-119A-8356-E8D5-141D620AD5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DF555D-C3B1-4BE7-3587-08934BB83C1E}"/>
              </a:ext>
            </a:extLst>
          </p:cNvPr>
          <p:cNvSpPr>
            <a:spLocks noGrp="1"/>
          </p:cNvSpPr>
          <p:nvPr>
            <p:ph type="title"/>
          </p:nvPr>
        </p:nvSpPr>
        <p:spPr>
          <a:xfrm>
            <a:off x="628650" y="365126"/>
            <a:ext cx="7886700" cy="561631"/>
          </a:xfrm>
        </p:spPr>
        <p:txBody>
          <a:bodyPr>
            <a:normAutofit fontScale="90000"/>
          </a:bodyPr>
          <a:lstStyle/>
          <a:p>
            <a:r>
              <a:rPr lang="en-US" sz="3500" b="1"/>
              <a:t>Clean Model Performance</a:t>
            </a:r>
          </a:p>
        </p:txBody>
      </p:sp>
      <p:pic>
        <p:nvPicPr>
          <p:cNvPr id="5" name="Picture 4">
            <a:extLst>
              <a:ext uri="{FF2B5EF4-FFF2-40B4-BE49-F238E27FC236}">
                <a16:creationId xmlns:a16="http://schemas.microsoft.com/office/drawing/2014/main" id="{797F2A99-B872-CBD1-DA56-52AF886ACBB9}"/>
              </a:ext>
            </a:extLst>
          </p:cNvPr>
          <p:cNvPicPr>
            <a:picLocks noChangeAspect="1"/>
          </p:cNvPicPr>
          <p:nvPr/>
        </p:nvPicPr>
        <p:blipFill>
          <a:blip r:embed="rId2"/>
          <a:stretch>
            <a:fillRect/>
          </a:stretch>
        </p:blipFill>
        <p:spPr>
          <a:xfrm>
            <a:off x="3355836" y="878630"/>
            <a:ext cx="5126429" cy="5314802"/>
          </a:xfrm>
          <a:prstGeom prst="rect">
            <a:avLst/>
          </a:prstGeom>
        </p:spPr>
      </p:pic>
      <p:sp>
        <p:nvSpPr>
          <p:cNvPr id="4" name="TextBox 3">
            <a:extLst>
              <a:ext uri="{FF2B5EF4-FFF2-40B4-BE49-F238E27FC236}">
                <a16:creationId xmlns:a16="http://schemas.microsoft.com/office/drawing/2014/main" id="{67571F90-6AB5-5871-7CF8-46D47411DD0B}"/>
              </a:ext>
            </a:extLst>
          </p:cNvPr>
          <p:cNvSpPr txBox="1"/>
          <p:nvPr/>
        </p:nvSpPr>
        <p:spPr>
          <a:xfrm>
            <a:off x="451449" y="1143000"/>
            <a:ext cx="2711880" cy="4893647"/>
          </a:xfrm>
          <a:prstGeom prst="rect">
            <a:avLst/>
          </a:prstGeom>
          <a:noFill/>
        </p:spPr>
        <p:txBody>
          <a:bodyPr wrap="square" rtlCol="0">
            <a:spAutoFit/>
          </a:bodyPr>
          <a:lstStyle/>
          <a:p>
            <a:r>
              <a:rPr lang="en-SG" sz="2000" u="sng"/>
              <a:t>Metrics</a:t>
            </a:r>
          </a:p>
          <a:p>
            <a:r>
              <a:rPr lang="en-SG" i="1"/>
              <a:t>Precision 0.9645</a:t>
            </a:r>
          </a:p>
          <a:p>
            <a:r>
              <a:rPr lang="en-SG" i="1"/>
              <a:t>Recall 0.9646</a:t>
            </a:r>
          </a:p>
          <a:p>
            <a:r>
              <a:rPr lang="en-SG" i="1"/>
              <a:t>F1 Score </a:t>
            </a:r>
            <a:r>
              <a:rPr lang="en-SG" b="1" i="1"/>
              <a:t>0.9649</a:t>
            </a:r>
          </a:p>
          <a:p>
            <a:endParaRPr lang="en-SG" sz="2000" u="sng"/>
          </a:p>
          <a:p>
            <a:r>
              <a:rPr lang="en-SG" sz="2000" u="sng"/>
              <a:t>Per-class Accuracy</a:t>
            </a:r>
          </a:p>
          <a:p>
            <a:r>
              <a:rPr lang="en-SG"/>
              <a:t>Strongest on visually distinct digits </a:t>
            </a:r>
          </a:p>
          <a:p>
            <a:r>
              <a:rPr lang="en-SG" i="1"/>
              <a:t>1 – F1 0.988, </a:t>
            </a:r>
          </a:p>
          <a:p>
            <a:r>
              <a:rPr lang="en-SG" i="1"/>
              <a:t>6 – F1 0.979</a:t>
            </a:r>
          </a:p>
          <a:p>
            <a:endParaRPr lang="en-SG"/>
          </a:p>
          <a:p>
            <a:r>
              <a:rPr lang="en-SG"/>
              <a:t>Relatively weaker on classically confusable ones</a:t>
            </a:r>
          </a:p>
          <a:p>
            <a:r>
              <a:rPr lang="en-SG" i="1"/>
              <a:t>8 – F1 0.952</a:t>
            </a:r>
          </a:p>
          <a:p>
            <a:r>
              <a:rPr lang="en-SG" i="1"/>
              <a:t>5 – F1 0.951</a:t>
            </a:r>
          </a:p>
          <a:p>
            <a:r>
              <a:rPr lang="en-SG" i="1"/>
              <a:t>9 – F1 0.954</a:t>
            </a:r>
          </a:p>
        </p:txBody>
      </p:sp>
      <p:sp>
        <p:nvSpPr>
          <p:cNvPr id="3" name="Footer Placeholder 3">
            <a:extLst>
              <a:ext uri="{FF2B5EF4-FFF2-40B4-BE49-F238E27FC236}">
                <a16:creationId xmlns:a16="http://schemas.microsoft.com/office/drawing/2014/main" id="{0C666424-1D68-BCBE-62BA-8690A31D81FD}"/>
              </a:ext>
            </a:extLst>
          </p:cNvPr>
          <p:cNvSpPr>
            <a:spLocks noGrp="1"/>
          </p:cNvSpPr>
          <p:nvPr>
            <p:ph type="ftr" sz="quarter" idx="11"/>
          </p:nvPr>
        </p:nvSpPr>
        <p:spPr>
          <a:xfrm>
            <a:off x="450182" y="6266365"/>
            <a:ext cx="8001000" cy="365125"/>
          </a:xfrm>
        </p:spPr>
        <p:txBody>
          <a:bodyPr/>
          <a:lstStyle/>
          <a:p>
            <a:pPr>
              <a:defRPr/>
            </a:pPr>
            <a:r>
              <a:rPr lang="en-US"/>
              <a:t>AI tools were used for coding assistance, debugging support, workflow guidance, and slide structuring. All experimental design, interpretation, analysis, conclusions, and reflections were independently reviewed, validated, and written by the team.</a:t>
            </a:r>
          </a:p>
        </p:txBody>
      </p:sp>
    </p:spTree>
    <p:extLst>
      <p:ext uri="{BB962C8B-B14F-4D97-AF65-F5344CB8AC3E}">
        <p14:creationId xmlns:p14="http://schemas.microsoft.com/office/powerpoint/2010/main" val="29980562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5E138-68D6-221F-75D5-FBB02DB41DD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9ABF68D-85DD-D1D3-0528-38174BE57A50}"/>
              </a:ext>
            </a:extLst>
          </p:cNvPr>
          <p:cNvSpPr>
            <a:spLocks noGrp="1"/>
          </p:cNvSpPr>
          <p:nvPr>
            <p:ph type="title"/>
          </p:nvPr>
        </p:nvSpPr>
        <p:spPr>
          <a:xfrm>
            <a:off x="628650" y="365126"/>
            <a:ext cx="7886700" cy="734625"/>
          </a:xfrm>
        </p:spPr>
        <p:txBody>
          <a:bodyPr>
            <a:normAutofit/>
          </a:bodyPr>
          <a:lstStyle/>
          <a:p>
            <a:r>
              <a:rPr lang="en-US" sz="3500" b="1"/>
              <a:t>FGSM Attack- MNIST Adversarial Images</a:t>
            </a:r>
          </a:p>
        </p:txBody>
      </p:sp>
      <p:pic>
        <p:nvPicPr>
          <p:cNvPr id="2" name="Picture 1">
            <a:extLst>
              <a:ext uri="{FF2B5EF4-FFF2-40B4-BE49-F238E27FC236}">
                <a16:creationId xmlns:a16="http://schemas.microsoft.com/office/drawing/2014/main" id="{2C77D45D-ED37-263B-6D6C-229AE34CDBE6}"/>
              </a:ext>
            </a:extLst>
          </p:cNvPr>
          <p:cNvPicPr>
            <a:picLocks noChangeAspect="1"/>
          </p:cNvPicPr>
          <p:nvPr/>
        </p:nvPicPr>
        <p:blipFill>
          <a:blip r:embed="rId3"/>
          <a:stretch>
            <a:fillRect/>
          </a:stretch>
        </p:blipFill>
        <p:spPr>
          <a:xfrm>
            <a:off x="628650" y="987270"/>
            <a:ext cx="7772400" cy="4142053"/>
          </a:xfrm>
          <a:prstGeom prst="rect">
            <a:avLst/>
          </a:prstGeom>
        </p:spPr>
      </p:pic>
      <p:sp>
        <p:nvSpPr>
          <p:cNvPr id="3" name="TextBox 2">
            <a:extLst>
              <a:ext uri="{FF2B5EF4-FFF2-40B4-BE49-F238E27FC236}">
                <a16:creationId xmlns:a16="http://schemas.microsoft.com/office/drawing/2014/main" id="{B5584E38-A41A-AD83-2B1E-B76CD87F21BA}"/>
              </a:ext>
            </a:extLst>
          </p:cNvPr>
          <p:cNvSpPr txBox="1"/>
          <p:nvPr/>
        </p:nvSpPr>
        <p:spPr>
          <a:xfrm>
            <a:off x="778476" y="5535827"/>
            <a:ext cx="7622574" cy="646331"/>
          </a:xfrm>
          <a:prstGeom prst="rect">
            <a:avLst/>
          </a:prstGeom>
          <a:noFill/>
        </p:spPr>
        <p:txBody>
          <a:bodyPr wrap="square" rtlCol="0">
            <a:spAutoFit/>
          </a:bodyPr>
          <a:lstStyle/>
          <a:p>
            <a:r>
              <a:rPr lang="en-US"/>
              <a:t>At epsilon values 0.01 and 0.03, the adversarial noise added is </a:t>
            </a:r>
            <a:r>
              <a:rPr lang="en-US" u="sng"/>
              <a:t>highly imperceptible to the naked eye</a:t>
            </a:r>
          </a:p>
        </p:txBody>
      </p:sp>
      <p:sp>
        <p:nvSpPr>
          <p:cNvPr id="4" name="Rectangle 3">
            <a:extLst>
              <a:ext uri="{FF2B5EF4-FFF2-40B4-BE49-F238E27FC236}">
                <a16:creationId xmlns:a16="http://schemas.microsoft.com/office/drawing/2014/main" id="{478AFCB3-8332-0719-444E-7E8664FDC035}"/>
              </a:ext>
            </a:extLst>
          </p:cNvPr>
          <p:cNvSpPr/>
          <p:nvPr/>
        </p:nvSpPr>
        <p:spPr>
          <a:xfrm>
            <a:off x="2594918" y="1235676"/>
            <a:ext cx="1013255" cy="3930718"/>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945335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2D19C-0EB1-B030-5550-AAF9FE9483A6}"/>
              </a:ext>
            </a:extLst>
          </p:cNvPr>
          <p:cNvSpPr>
            <a:spLocks noGrp="1"/>
          </p:cNvSpPr>
          <p:nvPr>
            <p:ph type="title"/>
          </p:nvPr>
        </p:nvSpPr>
        <p:spPr>
          <a:xfrm>
            <a:off x="492918" y="237331"/>
            <a:ext cx="8158163" cy="944186"/>
          </a:xfrm>
        </p:spPr>
        <p:txBody>
          <a:bodyPr/>
          <a:lstStyle/>
          <a:p>
            <a:r>
              <a:rPr lang="en-US" b="1"/>
              <a:t>Accuracy degradation with epsilon variation</a:t>
            </a:r>
          </a:p>
        </p:txBody>
      </p:sp>
      <p:pic>
        <p:nvPicPr>
          <p:cNvPr id="4" name="Picture 3">
            <a:extLst>
              <a:ext uri="{FF2B5EF4-FFF2-40B4-BE49-F238E27FC236}">
                <a16:creationId xmlns:a16="http://schemas.microsoft.com/office/drawing/2014/main" id="{0C0DBF2F-F087-EA63-7263-F1A15D51C4D0}"/>
              </a:ext>
            </a:extLst>
          </p:cNvPr>
          <p:cNvPicPr>
            <a:picLocks noChangeAspect="1"/>
          </p:cNvPicPr>
          <p:nvPr/>
        </p:nvPicPr>
        <p:blipFill>
          <a:blip r:embed="rId3"/>
          <a:stretch>
            <a:fillRect/>
          </a:stretch>
        </p:blipFill>
        <p:spPr>
          <a:xfrm>
            <a:off x="997793" y="1181516"/>
            <a:ext cx="7148413" cy="5076409"/>
          </a:xfrm>
          <a:prstGeom prst="rect">
            <a:avLst/>
          </a:prstGeom>
        </p:spPr>
      </p:pic>
    </p:spTree>
    <p:extLst>
      <p:ext uri="{BB962C8B-B14F-4D97-AF65-F5344CB8AC3E}">
        <p14:creationId xmlns:p14="http://schemas.microsoft.com/office/powerpoint/2010/main" val="6852483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B57E1-DFA1-15A3-5673-D16D61D0667A}"/>
              </a:ext>
            </a:extLst>
          </p:cNvPr>
          <p:cNvSpPr>
            <a:spLocks noGrp="1"/>
          </p:cNvSpPr>
          <p:nvPr>
            <p:ph type="title"/>
          </p:nvPr>
        </p:nvSpPr>
        <p:spPr>
          <a:xfrm>
            <a:off x="463550" y="348457"/>
            <a:ext cx="7886700" cy="763587"/>
          </a:xfrm>
        </p:spPr>
        <p:txBody>
          <a:bodyPr/>
          <a:lstStyle/>
          <a:p>
            <a:r>
              <a:rPr lang="en-US" b="1"/>
              <a:t>Per-Class Vulnerability Analysis (MNIST)</a:t>
            </a:r>
          </a:p>
        </p:txBody>
      </p:sp>
      <p:pic>
        <p:nvPicPr>
          <p:cNvPr id="4" name="Picture 3">
            <a:extLst>
              <a:ext uri="{FF2B5EF4-FFF2-40B4-BE49-F238E27FC236}">
                <a16:creationId xmlns:a16="http://schemas.microsoft.com/office/drawing/2014/main" id="{DBB00D83-AC6D-34F2-A956-E3EEAD846CE7}"/>
              </a:ext>
            </a:extLst>
          </p:cNvPr>
          <p:cNvPicPr>
            <a:picLocks noChangeAspect="1"/>
          </p:cNvPicPr>
          <p:nvPr/>
        </p:nvPicPr>
        <p:blipFill>
          <a:blip r:embed="rId3"/>
          <a:stretch>
            <a:fillRect/>
          </a:stretch>
        </p:blipFill>
        <p:spPr>
          <a:xfrm>
            <a:off x="628650" y="1112044"/>
            <a:ext cx="7886700" cy="5659867"/>
          </a:xfrm>
          <a:prstGeom prst="rect">
            <a:avLst/>
          </a:prstGeom>
        </p:spPr>
      </p:pic>
    </p:spTree>
    <p:extLst>
      <p:ext uri="{BB962C8B-B14F-4D97-AF65-F5344CB8AC3E}">
        <p14:creationId xmlns:p14="http://schemas.microsoft.com/office/powerpoint/2010/main" val="28087186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0EF0C-D141-EC89-BC84-B18A081A12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D5206F-5376-773F-9776-3A82CAC3FFFE}"/>
              </a:ext>
            </a:extLst>
          </p:cNvPr>
          <p:cNvSpPr>
            <a:spLocks noGrp="1"/>
          </p:cNvSpPr>
          <p:nvPr>
            <p:ph type="title"/>
          </p:nvPr>
        </p:nvSpPr>
        <p:spPr>
          <a:xfrm>
            <a:off x="463549" y="348457"/>
            <a:ext cx="8455991" cy="763587"/>
          </a:xfrm>
        </p:spPr>
        <p:txBody>
          <a:bodyPr/>
          <a:lstStyle/>
          <a:p>
            <a:r>
              <a:rPr lang="en-US" b="1"/>
              <a:t>Adversarial Confusion Matrix at e=0.03/0.3</a:t>
            </a:r>
          </a:p>
        </p:txBody>
      </p:sp>
      <p:pic>
        <p:nvPicPr>
          <p:cNvPr id="5" name="Picture 4">
            <a:extLst>
              <a:ext uri="{FF2B5EF4-FFF2-40B4-BE49-F238E27FC236}">
                <a16:creationId xmlns:a16="http://schemas.microsoft.com/office/drawing/2014/main" id="{6399F659-72EE-27EB-E614-A33D1BE61069}"/>
              </a:ext>
            </a:extLst>
          </p:cNvPr>
          <p:cNvPicPr>
            <a:picLocks noChangeAspect="1"/>
          </p:cNvPicPr>
          <p:nvPr/>
        </p:nvPicPr>
        <p:blipFill>
          <a:blip r:embed="rId3"/>
          <a:stretch>
            <a:fillRect/>
          </a:stretch>
        </p:blipFill>
        <p:spPr>
          <a:xfrm>
            <a:off x="114301" y="1136839"/>
            <a:ext cx="4461840" cy="4584322"/>
          </a:xfrm>
          <a:prstGeom prst="rect">
            <a:avLst/>
          </a:prstGeom>
        </p:spPr>
      </p:pic>
      <p:pic>
        <p:nvPicPr>
          <p:cNvPr id="6" name="Picture 5">
            <a:extLst>
              <a:ext uri="{FF2B5EF4-FFF2-40B4-BE49-F238E27FC236}">
                <a16:creationId xmlns:a16="http://schemas.microsoft.com/office/drawing/2014/main" id="{32D5A919-6031-0F4E-E2CB-0EF530952192}"/>
              </a:ext>
            </a:extLst>
          </p:cNvPr>
          <p:cNvPicPr>
            <a:picLocks noChangeAspect="1"/>
          </p:cNvPicPr>
          <p:nvPr/>
        </p:nvPicPr>
        <p:blipFill>
          <a:blip r:embed="rId4"/>
          <a:stretch>
            <a:fillRect/>
          </a:stretch>
        </p:blipFill>
        <p:spPr>
          <a:xfrm>
            <a:off x="4572000" y="1136839"/>
            <a:ext cx="4461840" cy="4584322"/>
          </a:xfrm>
          <a:prstGeom prst="rect">
            <a:avLst/>
          </a:prstGeom>
        </p:spPr>
      </p:pic>
      <p:sp>
        <p:nvSpPr>
          <p:cNvPr id="7" name="TextBox 6">
            <a:extLst>
              <a:ext uri="{FF2B5EF4-FFF2-40B4-BE49-F238E27FC236}">
                <a16:creationId xmlns:a16="http://schemas.microsoft.com/office/drawing/2014/main" id="{704C89C4-9ACE-29D1-FEAA-351D0F2CB2AD}"/>
              </a:ext>
            </a:extLst>
          </p:cNvPr>
          <p:cNvSpPr txBox="1"/>
          <p:nvPr/>
        </p:nvSpPr>
        <p:spPr>
          <a:xfrm>
            <a:off x="349249" y="5745956"/>
            <a:ext cx="8570291" cy="923330"/>
          </a:xfrm>
          <a:prstGeom prst="rect">
            <a:avLst/>
          </a:prstGeom>
          <a:noFill/>
        </p:spPr>
        <p:txBody>
          <a:bodyPr wrap="square" rtlCol="0">
            <a:spAutoFit/>
          </a:bodyPr>
          <a:lstStyle/>
          <a:p>
            <a:pPr marL="285750" indent="-285750">
              <a:buFont typeface="Arial" panose="020B0604020202020204" pitchFamily="34" charset="0"/>
              <a:buChar char="•"/>
            </a:pPr>
            <a:r>
              <a:rPr lang="en-US"/>
              <a:t>At e=0.03 the model accuracy has reduced to ‘guessing’  (9.7%)</a:t>
            </a:r>
          </a:p>
          <a:p>
            <a:pPr marL="285750" indent="-285750">
              <a:buFont typeface="Arial" panose="020B0604020202020204" pitchFamily="34" charset="0"/>
              <a:buChar char="•"/>
            </a:pPr>
            <a:r>
              <a:rPr lang="en-US"/>
              <a:t>The ‘herding’ effect increases as epsilon increases from 0.03 to 0.3, where all predictions converge to 5 or 7</a:t>
            </a:r>
            <a:endParaRPr lang="en-US" u="sng"/>
          </a:p>
        </p:txBody>
      </p:sp>
    </p:spTree>
    <p:extLst>
      <p:ext uri="{BB962C8B-B14F-4D97-AF65-F5344CB8AC3E}">
        <p14:creationId xmlns:p14="http://schemas.microsoft.com/office/powerpoint/2010/main" val="21653740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4E0B3-96FC-72AE-FD66-412195A1980A}"/>
              </a:ext>
            </a:extLst>
          </p:cNvPr>
          <p:cNvSpPr>
            <a:spLocks noGrp="1"/>
          </p:cNvSpPr>
          <p:nvPr>
            <p:ph type="title"/>
          </p:nvPr>
        </p:nvSpPr>
        <p:spPr>
          <a:xfrm>
            <a:off x="628650" y="136524"/>
            <a:ext cx="7886700" cy="1325563"/>
          </a:xfrm>
        </p:spPr>
        <p:txBody>
          <a:bodyPr/>
          <a:lstStyle/>
          <a:p>
            <a:r>
              <a:rPr lang="en-US" b="1"/>
              <a:t>Confidence Analysis</a:t>
            </a:r>
          </a:p>
        </p:txBody>
      </p:sp>
      <p:pic>
        <p:nvPicPr>
          <p:cNvPr id="4" name="Picture 3">
            <a:extLst>
              <a:ext uri="{FF2B5EF4-FFF2-40B4-BE49-F238E27FC236}">
                <a16:creationId xmlns:a16="http://schemas.microsoft.com/office/drawing/2014/main" id="{58F0A360-B71D-C9F9-D648-92D0DBBC1255}"/>
              </a:ext>
            </a:extLst>
          </p:cNvPr>
          <p:cNvPicPr>
            <a:picLocks noChangeAspect="1"/>
          </p:cNvPicPr>
          <p:nvPr/>
        </p:nvPicPr>
        <p:blipFill>
          <a:blip r:embed="rId3"/>
          <a:stretch>
            <a:fillRect/>
          </a:stretch>
        </p:blipFill>
        <p:spPr>
          <a:xfrm>
            <a:off x="260350" y="1098549"/>
            <a:ext cx="8697478" cy="4716463"/>
          </a:xfrm>
          <a:prstGeom prst="rect">
            <a:avLst/>
          </a:prstGeom>
        </p:spPr>
      </p:pic>
      <p:sp>
        <p:nvSpPr>
          <p:cNvPr id="5" name="TextBox 4">
            <a:extLst>
              <a:ext uri="{FF2B5EF4-FFF2-40B4-BE49-F238E27FC236}">
                <a16:creationId xmlns:a16="http://schemas.microsoft.com/office/drawing/2014/main" id="{658DA903-4C9F-43BA-2AC7-67BC831E1ECB}"/>
              </a:ext>
            </a:extLst>
          </p:cNvPr>
          <p:cNvSpPr txBox="1"/>
          <p:nvPr/>
        </p:nvSpPr>
        <p:spPr>
          <a:xfrm>
            <a:off x="628650" y="5815012"/>
            <a:ext cx="8255000" cy="584775"/>
          </a:xfrm>
          <a:prstGeom prst="rect">
            <a:avLst/>
          </a:prstGeom>
          <a:noFill/>
        </p:spPr>
        <p:txBody>
          <a:bodyPr wrap="square" rtlCol="0">
            <a:spAutoFit/>
          </a:bodyPr>
          <a:lstStyle/>
          <a:p>
            <a:r>
              <a:rPr lang="en-US" sz="1600"/>
              <a:t>Model stays 74–100% confident even as accuracy collapses to ~8% , so it's confidently wrong. Confidence is not a usable safety signal against adversarial attack</a:t>
            </a:r>
          </a:p>
        </p:txBody>
      </p:sp>
    </p:spTree>
    <p:extLst>
      <p:ext uri="{BB962C8B-B14F-4D97-AF65-F5344CB8AC3E}">
        <p14:creationId xmlns:p14="http://schemas.microsoft.com/office/powerpoint/2010/main" val="15402460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1B66CD1-8D76-4E19-A7B4-2DF156791DEF}"/>
            </a:ext>
          </a:extLst>
        </p:cNvPr>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9143771"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8" y="0"/>
            <a:ext cx="91437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7">
            <a:extLst>
              <a:ext uri="{FF2B5EF4-FFF2-40B4-BE49-F238E27FC236}">
                <a16:creationId xmlns:a16="http://schemas.microsoft.com/office/drawing/2014/main" id="{3D838EAE-61D5-469C-431A-993EF56D4AA9}"/>
              </a:ext>
            </a:extLst>
          </p:cNvPr>
          <p:cNvSpPr>
            <a:spLocks noGrp="1"/>
          </p:cNvSpPr>
          <p:nvPr>
            <p:ph type="ctrTitle"/>
          </p:nvPr>
        </p:nvSpPr>
        <p:spPr>
          <a:xfrm>
            <a:off x="4942996" y="4267832"/>
            <a:ext cx="3604497" cy="1297115"/>
          </a:xfrm>
        </p:spPr>
        <p:txBody>
          <a:bodyPr anchor="t">
            <a:normAutofit/>
          </a:bodyPr>
          <a:lstStyle/>
          <a:p>
            <a:pPr algn="l"/>
            <a:r>
              <a:rPr lang="en-US" sz="3500" b="1">
                <a:solidFill>
                  <a:schemeClr val="tx2"/>
                </a:solidFill>
              </a:rPr>
              <a:t>INSIGHTS &amp; REFLECTIONS</a:t>
            </a:r>
          </a:p>
        </p:txBody>
      </p:sp>
      <p:pic>
        <p:nvPicPr>
          <p:cNvPr id="12" name="Graphic 11" descr="Thought bubble">
            <a:extLst>
              <a:ext uri="{FF2B5EF4-FFF2-40B4-BE49-F238E27FC236}">
                <a16:creationId xmlns:a16="http://schemas.microsoft.com/office/drawing/2014/main" id="{9A412C09-2F09-2D44-84AC-23CBBB9872D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55352" y="2333040"/>
            <a:ext cx="3106320" cy="310632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19" name="Group 18">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89" y="-5977"/>
            <a:ext cx="4679005" cy="6863979"/>
            <a:chOff x="305" y="-5977"/>
            <a:chExt cx="6238675" cy="6863979"/>
          </a:xfrm>
        </p:grpSpPr>
        <p:sp>
          <p:nvSpPr>
            <p:cNvPr id="20" name="Freeform: Shape 19">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203030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F04FA-052C-77C2-3A2B-631D176AA6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C7FE04-F769-B8C9-FD16-E4B6DCC9745A}"/>
              </a:ext>
            </a:extLst>
          </p:cNvPr>
          <p:cNvSpPr>
            <a:spLocks noGrp="1"/>
          </p:cNvSpPr>
          <p:nvPr>
            <p:ph type="title"/>
          </p:nvPr>
        </p:nvSpPr>
        <p:spPr>
          <a:xfrm>
            <a:off x="457200" y="369094"/>
            <a:ext cx="8382000" cy="868362"/>
          </a:xfrm>
        </p:spPr>
        <p:txBody>
          <a:bodyPr vert="horz" lIns="91440" tIns="45720" rIns="91440" bIns="45720" rtlCol="0" anchor="ctr">
            <a:normAutofit/>
          </a:bodyPr>
          <a:lstStyle/>
          <a:p>
            <a:r>
              <a:rPr lang="en-US" b="1"/>
              <a:t>Trustworthy AI &amp; Ethical Implications</a:t>
            </a:r>
            <a:endParaRPr lang="en-SG" b="1"/>
          </a:p>
        </p:txBody>
      </p:sp>
      <p:sp>
        <p:nvSpPr>
          <p:cNvPr id="3" name="Content Placeholder 2">
            <a:extLst>
              <a:ext uri="{FF2B5EF4-FFF2-40B4-BE49-F238E27FC236}">
                <a16:creationId xmlns:a16="http://schemas.microsoft.com/office/drawing/2014/main" id="{493171A6-19E0-E01E-BEEA-47B09AA1603F}"/>
              </a:ext>
            </a:extLst>
          </p:cNvPr>
          <p:cNvSpPr>
            <a:spLocks noGrp="1"/>
          </p:cNvSpPr>
          <p:nvPr>
            <p:ph idx="1"/>
          </p:nvPr>
        </p:nvSpPr>
        <p:spPr>
          <a:xfrm>
            <a:off x="457200" y="2105818"/>
            <a:ext cx="8382000" cy="4383088"/>
          </a:xfrm>
        </p:spPr>
        <p:txBody>
          <a:bodyPr>
            <a:noAutofit/>
          </a:bodyPr>
          <a:lstStyle/>
          <a:p>
            <a:r>
              <a:rPr lang="en-SG" sz="2000" b="1"/>
              <a:t>Technical Implications</a:t>
            </a:r>
          </a:p>
          <a:p>
            <a:pPr lvl="1"/>
            <a:r>
              <a:rPr lang="en-SG" sz="2000"/>
              <a:t>High clean accuracy is insufficient for trustworthy deployment.</a:t>
            </a:r>
          </a:p>
          <a:p>
            <a:pPr lvl="1"/>
            <a:r>
              <a:rPr lang="en-SG" sz="2000"/>
              <a:t>AI systems can fail under adversarial manipulation.</a:t>
            </a:r>
          </a:p>
          <a:p>
            <a:pPr lvl="1"/>
            <a:r>
              <a:rPr lang="en-SG" sz="2000"/>
              <a:t>Robustness testing should be part of deployment pipelines.</a:t>
            </a:r>
          </a:p>
          <a:p>
            <a:pPr lvl="1"/>
            <a:r>
              <a:rPr lang="en-SG" sz="2000"/>
              <a:t>Continuous monitoring and red teaming are important.</a:t>
            </a:r>
          </a:p>
          <a:p>
            <a:r>
              <a:rPr lang="en-SG" sz="2000" b="1"/>
              <a:t>Ethical &amp; Societal Implications</a:t>
            </a:r>
          </a:p>
          <a:p>
            <a:pPr lvl="1"/>
            <a:r>
              <a:rPr lang="en-SG" sz="2000"/>
              <a:t>Adversarial attacks may threaten human safety.</a:t>
            </a:r>
          </a:p>
          <a:p>
            <a:pPr lvl="1"/>
            <a:r>
              <a:rPr lang="en-SG" sz="2000"/>
              <a:t>Fragile AI systems may erode public trust.</a:t>
            </a:r>
          </a:p>
          <a:p>
            <a:pPr lvl="1"/>
            <a:r>
              <a:rPr lang="en-SG" sz="2000"/>
              <a:t>Organisations remain accountable for insufficient robustness testing.</a:t>
            </a:r>
          </a:p>
          <a:p>
            <a:pPr lvl="1"/>
            <a:r>
              <a:rPr lang="en-SG" sz="2000"/>
              <a:t>Adversarial techniques may be weaponized by malicious actors.</a:t>
            </a:r>
          </a:p>
          <a:p>
            <a:r>
              <a:rPr lang="en-SG" sz="2000" b="1"/>
              <a:t>Real-World Examples </a:t>
            </a:r>
            <a:r>
              <a:rPr lang="en-SG" sz="2000"/>
              <a:t>include</a:t>
            </a:r>
            <a:r>
              <a:rPr lang="en-SG" sz="2000" b="1"/>
              <a:t> </a:t>
            </a:r>
            <a:r>
              <a:rPr lang="en-SG" sz="2000"/>
              <a:t>but not limited to autonomous vehicles, medical diagnosis systems, facial recognition systems</a:t>
            </a:r>
          </a:p>
          <a:p>
            <a:pPr lvl="1"/>
            <a:endParaRPr lang="en-SG" sz="2000"/>
          </a:p>
          <a:p>
            <a:endParaRPr lang="en-SG" sz="2000" i="1"/>
          </a:p>
          <a:p>
            <a:pPr marL="0" indent="0">
              <a:buNone/>
            </a:pPr>
            <a:endParaRPr lang="en-SG" sz="2000"/>
          </a:p>
        </p:txBody>
      </p:sp>
      <p:sp>
        <p:nvSpPr>
          <p:cNvPr id="5" name="TextBox 4">
            <a:extLst>
              <a:ext uri="{FF2B5EF4-FFF2-40B4-BE49-F238E27FC236}">
                <a16:creationId xmlns:a16="http://schemas.microsoft.com/office/drawing/2014/main" id="{EAC7DA2F-121B-0C20-A790-4926692738AB}"/>
              </a:ext>
            </a:extLst>
          </p:cNvPr>
          <p:cNvSpPr txBox="1"/>
          <p:nvPr/>
        </p:nvSpPr>
        <p:spPr>
          <a:xfrm>
            <a:off x="457200" y="1237456"/>
            <a:ext cx="8153400" cy="707886"/>
          </a:xfrm>
          <a:prstGeom prst="rect">
            <a:avLst/>
          </a:prstGeom>
          <a:noFill/>
        </p:spPr>
        <p:txBody>
          <a:bodyPr wrap="square" rtlCol="0">
            <a:spAutoFit/>
          </a:bodyPr>
          <a:lstStyle/>
          <a:p>
            <a:r>
              <a:rPr lang="en-SG" sz="2000"/>
              <a:t>Trustworthy AI requires not only performance, but also robustness, transparency, accountability, and continuous security evaluation.</a:t>
            </a:r>
            <a:endParaRPr lang="en-US" sz="2000"/>
          </a:p>
        </p:txBody>
      </p:sp>
    </p:spTree>
    <p:extLst>
      <p:ext uri="{BB962C8B-B14F-4D97-AF65-F5344CB8AC3E}">
        <p14:creationId xmlns:p14="http://schemas.microsoft.com/office/powerpoint/2010/main" val="25567339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32AAB-F6C8-D9DC-E4D8-DEF5BE68C2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A91C87-455C-3F99-12C3-CF1A333BF22E}"/>
              </a:ext>
            </a:extLst>
          </p:cNvPr>
          <p:cNvSpPr>
            <a:spLocks noGrp="1"/>
          </p:cNvSpPr>
          <p:nvPr>
            <p:ph type="title"/>
          </p:nvPr>
        </p:nvSpPr>
        <p:spPr>
          <a:xfrm>
            <a:off x="457200" y="369094"/>
            <a:ext cx="8382000" cy="868362"/>
          </a:xfrm>
        </p:spPr>
        <p:txBody>
          <a:bodyPr vert="horz" lIns="91440" tIns="45720" rIns="91440" bIns="45720" rtlCol="0" anchor="ctr">
            <a:normAutofit/>
          </a:bodyPr>
          <a:lstStyle/>
          <a:p>
            <a:r>
              <a:rPr lang="en-US" b="1"/>
              <a:t>Conclusion</a:t>
            </a:r>
            <a:endParaRPr lang="en-SG" b="1"/>
          </a:p>
        </p:txBody>
      </p:sp>
      <p:sp>
        <p:nvSpPr>
          <p:cNvPr id="3" name="Content Placeholder 2">
            <a:extLst>
              <a:ext uri="{FF2B5EF4-FFF2-40B4-BE49-F238E27FC236}">
                <a16:creationId xmlns:a16="http://schemas.microsoft.com/office/drawing/2014/main" id="{A668B79F-2EC2-FCA8-D77D-0CDAE2A12A5E}"/>
              </a:ext>
            </a:extLst>
          </p:cNvPr>
          <p:cNvSpPr>
            <a:spLocks noGrp="1"/>
          </p:cNvSpPr>
          <p:nvPr>
            <p:ph idx="1"/>
          </p:nvPr>
        </p:nvSpPr>
        <p:spPr>
          <a:xfrm>
            <a:off x="457200" y="1237456"/>
            <a:ext cx="8382000" cy="868362"/>
          </a:xfrm>
        </p:spPr>
        <p:txBody>
          <a:bodyPr>
            <a:noAutofit/>
          </a:bodyPr>
          <a:lstStyle/>
          <a:p>
            <a:pPr marL="0" indent="0">
              <a:buNone/>
            </a:pPr>
            <a:r>
              <a:rPr lang="en-SG" sz="2000" b="1"/>
              <a:t>Key Findings to our Research Questions</a:t>
            </a:r>
            <a:endParaRPr lang="en-SG" sz="2000"/>
          </a:p>
          <a:p>
            <a:endParaRPr lang="en-SG" sz="2000"/>
          </a:p>
          <a:p>
            <a:pPr marL="0" indent="0">
              <a:buNone/>
            </a:pPr>
            <a:endParaRPr lang="en-SG" sz="2000" i="1"/>
          </a:p>
          <a:p>
            <a:pPr marL="0" indent="0">
              <a:buNone/>
            </a:pPr>
            <a:endParaRPr lang="en-SG" sz="2000"/>
          </a:p>
        </p:txBody>
      </p:sp>
      <p:sp>
        <p:nvSpPr>
          <p:cNvPr id="4" name="TextBox 3">
            <a:extLst>
              <a:ext uri="{FF2B5EF4-FFF2-40B4-BE49-F238E27FC236}">
                <a16:creationId xmlns:a16="http://schemas.microsoft.com/office/drawing/2014/main" id="{3ACF0B22-89E9-BA22-AF71-81DD7FA3B879}"/>
              </a:ext>
            </a:extLst>
          </p:cNvPr>
          <p:cNvSpPr txBox="1"/>
          <p:nvPr/>
        </p:nvSpPr>
        <p:spPr>
          <a:xfrm>
            <a:off x="533400" y="5075872"/>
            <a:ext cx="8001000" cy="1477328"/>
          </a:xfrm>
          <a:prstGeom prst="rect">
            <a:avLst/>
          </a:prstGeom>
          <a:noFill/>
        </p:spPr>
        <p:txBody>
          <a:bodyPr wrap="square" rtlCol="0">
            <a:spAutoFit/>
          </a:bodyPr>
          <a:lstStyle/>
          <a:p>
            <a:r>
              <a:rPr lang="en-SG" b="1"/>
              <a:t>Why this matters</a:t>
            </a:r>
            <a:r>
              <a:rPr lang="en-SG"/>
              <a:t>:</a:t>
            </a:r>
          </a:p>
          <a:p>
            <a:pPr marL="342900" indent="-342900">
              <a:buFont typeface="+mj-lt"/>
              <a:buAutoNum type="arabicPeriod"/>
            </a:pPr>
            <a:r>
              <a:rPr lang="en-SG"/>
              <a:t>Cross-dataset comparison suggests that adversarial vulnerability patterns depend strongly on dataset complexity and feature-space structure.</a:t>
            </a:r>
          </a:p>
          <a:p>
            <a:pPr marL="342900" indent="-342900">
              <a:buFont typeface="+mj-lt"/>
              <a:buAutoNum type="arabicPeriod"/>
            </a:pPr>
            <a:r>
              <a:rPr lang="en-SG"/>
              <a:t>The danger is not merely that the model becomes inaccurate, but that it fails confidently, predictably, and in exploitable ways.</a:t>
            </a:r>
          </a:p>
        </p:txBody>
      </p:sp>
      <p:graphicFrame>
        <p:nvGraphicFramePr>
          <p:cNvPr id="6" name="Table 5">
            <a:extLst>
              <a:ext uri="{FF2B5EF4-FFF2-40B4-BE49-F238E27FC236}">
                <a16:creationId xmlns:a16="http://schemas.microsoft.com/office/drawing/2014/main" id="{F28AF252-0884-6DA3-431E-3325F08D373A}"/>
              </a:ext>
            </a:extLst>
          </p:cNvPr>
          <p:cNvGraphicFramePr>
            <a:graphicFrameLocks noGrp="1"/>
          </p:cNvGraphicFramePr>
          <p:nvPr>
            <p:extLst>
              <p:ext uri="{D42A27DB-BD31-4B8C-83A1-F6EECF244321}">
                <p14:modId xmlns:p14="http://schemas.microsoft.com/office/powerpoint/2010/main" val="4220901702"/>
              </p:ext>
            </p:extLst>
          </p:nvPr>
        </p:nvGraphicFramePr>
        <p:xfrm>
          <a:off x="571500" y="1671637"/>
          <a:ext cx="7772400" cy="3342640"/>
        </p:xfrm>
        <a:graphic>
          <a:graphicData uri="http://schemas.openxmlformats.org/drawingml/2006/table">
            <a:tbl>
              <a:tblPr firstRow="1" bandRow="1">
                <a:tableStyleId>{5C22544A-7EE6-4342-B048-85BDC9FD1C3A}</a:tableStyleId>
              </a:tblPr>
              <a:tblGrid>
                <a:gridCol w="3390900">
                  <a:extLst>
                    <a:ext uri="{9D8B030D-6E8A-4147-A177-3AD203B41FA5}">
                      <a16:colId xmlns:a16="http://schemas.microsoft.com/office/drawing/2014/main" val="880553178"/>
                    </a:ext>
                  </a:extLst>
                </a:gridCol>
                <a:gridCol w="4381500">
                  <a:extLst>
                    <a:ext uri="{9D8B030D-6E8A-4147-A177-3AD203B41FA5}">
                      <a16:colId xmlns:a16="http://schemas.microsoft.com/office/drawing/2014/main" val="1185604244"/>
                    </a:ext>
                  </a:extLst>
                </a:gridCol>
              </a:tblGrid>
              <a:tr h="370840">
                <a:tc>
                  <a:txBody>
                    <a:bodyPr/>
                    <a:lstStyle/>
                    <a:p>
                      <a:r>
                        <a:rPr lang="en-US" sz="1600"/>
                        <a:t>Questions</a:t>
                      </a:r>
                    </a:p>
                  </a:txBody>
                  <a:tcPr/>
                </a:tc>
                <a:tc>
                  <a:txBody>
                    <a:bodyPr/>
                    <a:lstStyle/>
                    <a:p>
                      <a:r>
                        <a:rPr lang="en-US" sz="1600"/>
                        <a:t>Key Findings</a:t>
                      </a:r>
                    </a:p>
                  </a:txBody>
                  <a:tcPr/>
                </a:tc>
                <a:extLst>
                  <a:ext uri="{0D108BD9-81ED-4DB2-BD59-A6C34878D82A}">
                    <a16:rowId xmlns:a16="http://schemas.microsoft.com/office/drawing/2014/main" val="592777729"/>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SG" sz="1500"/>
                        <a:t>How does FGSM affect robustness?</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SG" sz="1500"/>
                        <a:t>Small perturbations caused severe accuracy collapse.</a:t>
                      </a:r>
                    </a:p>
                  </a:txBody>
                  <a:tcPr/>
                </a:tc>
                <a:extLst>
                  <a:ext uri="{0D108BD9-81ED-4DB2-BD59-A6C34878D82A}">
                    <a16:rowId xmlns:a16="http://schemas.microsoft.com/office/drawing/2014/main" val="4016287656"/>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SG" sz="1500"/>
                        <a:t>Are vulnerabilities uniformly distributed?</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SG" sz="1500"/>
                        <a:t>No — animal classes were significantly more fragile. Same with MNIST where digit 1 was extremely fragile</a:t>
                      </a:r>
                    </a:p>
                  </a:txBody>
                  <a:tcPr/>
                </a:tc>
                <a:extLst>
                  <a:ext uri="{0D108BD9-81ED-4DB2-BD59-A6C34878D82A}">
                    <a16:rowId xmlns:a16="http://schemas.microsoft.com/office/drawing/2014/main" val="857238606"/>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SG" sz="1500"/>
                        <a:t>Does the model fail randomly?</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SG" sz="1500"/>
                        <a:t>No — failure was structured around attractor classes.</a:t>
                      </a:r>
                    </a:p>
                  </a:txBody>
                  <a:tcPr/>
                </a:tc>
                <a:extLst>
                  <a:ext uri="{0D108BD9-81ED-4DB2-BD59-A6C34878D82A}">
                    <a16:rowId xmlns:a16="http://schemas.microsoft.com/office/drawing/2014/main" val="3270156502"/>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SG" sz="1500"/>
                        <a:t>Is confidence a reliable safety signal?</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SG" sz="1500"/>
                        <a:t>No — the model became confidently wrong under attack.</a:t>
                      </a:r>
                    </a:p>
                  </a:txBody>
                  <a:tcPr/>
                </a:tc>
                <a:extLst>
                  <a:ext uri="{0D108BD9-81ED-4DB2-BD59-A6C34878D82A}">
                    <a16:rowId xmlns:a16="http://schemas.microsoft.com/office/drawing/2014/main" val="3478560888"/>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SG" sz="1500"/>
                        <a:t>Does dataset complexity influence adversarial behaviour?</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SG" sz="1500"/>
                        <a:t>Yes — vulnerability patterns differed significantly between CIFAR-10 and MNIST.</a:t>
                      </a:r>
                    </a:p>
                  </a:txBody>
                  <a:tcPr/>
                </a:tc>
                <a:extLst>
                  <a:ext uri="{0D108BD9-81ED-4DB2-BD59-A6C34878D82A}">
                    <a16:rowId xmlns:a16="http://schemas.microsoft.com/office/drawing/2014/main" val="3841026890"/>
                  </a:ext>
                </a:extLst>
              </a:tr>
            </a:tbl>
          </a:graphicData>
        </a:graphic>
      </p:graphicFrame>
    </p:spTree>
    <p:extLst>
      <p:ext uri="{BB962C8B-B14F-4D97-AF65-F5344CB8AC3E}">
        <p14:creationId xmlns:p14="http://schemas.microsoft.com/office/powerpoint/2010/main" val="13719231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D14B5-8F49-708D-3816-F57C671838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5ECDA-3628-52F6-AD21-7E8FF5A5AA5D}"/>
              </a:ext>
            </a:extLst>
          </p:cNvPr>
          <p:cNvSpPr>
            <a:spLocks noGrp="1"/>
          </p:cNvSpPr>
          <p:nvPr>
            <p:ph type="title"/>
          </p:nvPr>
        </p:nvSpPr>
        <p:spPr>
          <a:xfrm>
            <a:off x="457200" y="10160"/>
            <a:ext cx="8382000" cy="868362"/>
          </a:xfrm>
        </p:spPr>
        <p:txBody>
          <a:bodyPr vert="horz" lIns="91440" tIns="45720" rIns="91440" bIns="45720" rtlCol="0" anchor="ctr">
            <a:normAutofit/>
          </a:bodyPr>
          <a:lstStyle/>
          <a:p>
            <a:r>
              <a:rPr lang="en-US" b="1"/>
              <a:t>Reflection</a:t>
            </a:r>
            <a:endParaRPr lang="en-SG" b="1"/>
          </a:p>
        </p:txBody>
      </p:sp>
      <p:sp>
        <p:nvSpPr>
          <p:cNvPr id="3" name="Content Placeholder 2">
            <a:extLst>
              <a:ext uri="{FF2B5EF4-FFF2-40B4-BE49-F238E27FC236}">
                <a16:creationId xmlns:a16="http://schemas.microsoft.com/office/drawing/2014/main" id="{DEB329A6-5CFD-AE57-7ACA-FDA91F136A01}"/>
              </a:ext>
            </a:extLst>
          </p:cNvPr>
          <p:cNvSpPr>
            <a:spLocks noGrp="1"/>
          </p:cNvSpPr>
          <p:nvPr>
            <p:ph idx="1"/>
          </p:nvPr>
        </p:nvSpPr>
        <p:spPr>
          <a:xfrm>
            <a:off x="457200" y="1295400"/>
            <a:ext cx="7886700" cy="4759325"/>
          </a:xfrm>
        </p:spPr>
        <p:txBody>
          <a:bodyPr>
            <a:normAutofit/>
          </a:bodyPr>
          <a:lstStyle/>
          <a:p>
            <a:endParaRPr lang="en-SG"/>
          </a:p>
          <a:p>
            <a:endParaRPr lang="en-SG" i="1"/>
          </a:p>
          <a:p>
            <a:endParaRPr lang="en-SG"/>
          </a:p>
          <a:p>
            <a:endParaRPr lang="en-SG" i="1"/>
          </a:p>
          <a:p>
            <a:pPr marL="0" indent="0">
              <a:buNone/>
            </a:pPr>
            <a:endParaRPr lang="en-SG"/>
          </a:p>
        </p:txBody>
      </p:sp>
      <p:graphicFrame>
        <p:nvGraphicFramePr>
          <p:cNvPr id="5" name="Table 4">
            <a:extLst>
              <a:ext uri="{FF2B5EF4-FFF2-40B4-BE49-F238E27FC236}">
                <a16:creationId xmlns:a16="http://schemas.microsoft.com/office/drawing/2014/main" id="{40A1D929-15C2-1EE2-F4E3-D45F29F36B4B}"/>
              </a:ext>
            </a:extLst>
          </p:cNvPr>
          <p:cNvGraphicFramePr>
            <a:graphicFrameLocks noGrp="1"/>
          </p:cNvGraphicFramePr>
          <p:nvPr>
            <p:extLst>
              <p:ext uri="{D42A27DB-BD31-4B8C-83A1-F6EECF244321}">
                <p14:modId xmlns:p14="http://schemas.microsoft.com/office/powerpoint/2010/main" val="2299175013"/>
              </p:ext>
            </p:extLst>
          </p:nvPr>
        </p:nvGraphicFramePr>
        <p:xfrm>
          <a:off x="533400" y="827013"/>
          <a:ext cx="8077200" cy="5151120"/>
        </p:xfrm>
        <a:graphic>
          <a:graphicData uri="http://schemas.openxmlformats.org/drawingml/2006/table">
            <a:tbl>
              <a:tblPr firstRow="1" bandRow="1">
                <a:tableStyleId>{7DF18680-E054-41AD-8BC1-D1AEF772440D}</a:tableStyleId>
              </a:tblPr>
              <a:tblGrid>
                <a:gridCol w="1147763">
                  <a:extLst>
                    <a:ext uri="{9D8B030D-6E8A-4147-A177-3AD203B41FA5}">
                      <a16:colId xmlns:a16="http://schemas.microsoft.com/office/drawing/2014/main" val="1709278025"/>
                    </a:ext>
                  </a:extLst>
                </a:gridCol>
                <a:gridCol w="6929437">
                  <a:extLst>
                    <a:ext uri="{9D8B030D-6E8A-4147-A177-3AD203B41FA5}">
                      <a16:colId xmlns:a16="http://schemas.microsoft.com/office/drawing/2014/main" val="698414206"/>
                    </a:ext>
                  </a:extLst>
                </a:gridCol>
              </a:tblGrid>
              <a:tr h="370840">
                <a:tc>
                  <a:txBody>
                    <a:bodyPr/>
                    <a:lstStyle/>
                    <a:p>
                      <a:r>
                        <a:rPr lang="en-US" sz="1600" dirty="0"/>
                        <a:t>Team Member</a:t>
                      </a:r>
                    </a:p>
                  </a:txBody>
                  <a:tcPr/>
                </a:tc>
                <a:tc>
                  <a:txBody>
                    <a:bodyPr/>
                    <a:lstStyle/>
                    <a:p>
                      <a:r>
                        <a:rPr lang="en-US" sz="1600"/>
                        <a:t>Reflections (Include real-world implications, limitations, risks, ethics, and lessons learned)</a:t>
                      </a:r>
                      <a:endParaRPr lang="en-US" sz="1600" i="1"/>
                    </a:p>
                  </a:txBody>
                  <a:tcPr/>
                </a:tc>
                <a:extLst>
                  <a:ext uri="{0D108BD9-81ED-4DB2-BD59-A6C34878D82A}">
                    <a16:rowId xmlns:a16="http://schemas.microsoft.com/office/drawing/2014/main" val="281734263"/>
                  </a:ext>
                </a:extLst>
              </a:tr>
              <a:tr h="370840">
                <a:tc>
                  <a:txBody>
                    <a:bodyPr/>
                    <a:lstStyle/>
                    <a:p>
                      <a:endParaRPr lang="en-US" sz="1600" dirty="0"/>
                    </a:p>
                    <a:p>
                      <a:r>
                        <a:rPr lang="en-US" sz="1600" dirty="0"/>
                        <a:t>Charles Foo</a:t>
                      </a:r>
                    </a:p>
                  </a:txBody>
                  <a:tcPr/>
                </a:tc>
                <a:tc>
                  <a:txBody>
                    <a:bodyPr/>
                    <a:lstStyle/>
                    <a:p>
                      <a:pPr marL="0" indent="0">
                        <a:buFont typeface="+mj-lt"/>
                        <a:buNone/>
                      </a:pPr>
                      <a:r>
                        <a:rPr lang="en-US" sz="1400" dirty="0"/>
                        <a:t>We cannot determine whether a model is safe to deploy by looking at its standard metrics. The properties that matter for deployment (</a:t>
                      </a:r>
                      <a:r>
                        <a:rPr lang="en-US" sz="1400" dirty="0" err="1"/>
                        <a:t>ie</a:t>
                      </a:r>
                      <a:r>
                        <a:rPr lang="en-US" sz="1400" dirty="0"/>
                        <a:t>. robustness to adversarial inputs, calibrated confidence, class failures etc.) are not visible at the headline accuracy number. In our case example:</a:t>
                      </a:r>
                    </a:p>
                    <a:p>
                      <a:pPr marL="342900" lvl="0" indent="-342900">
                        <a:buFont typeface="Arial" panose="020B0604020202020204" pitchFamily="34" charset="0"/>
                        <a:buChar char="•"/>
                      </a:pPr>
                      <a:r>
                        <a:rPr lang="en-US" sz="1400" dirty="0"/>
                        <a:t>The model passes normal evaluation</a:t>
                      </a:r>
                    </a:p>
                    <a:p>
                      <a:pPr marL="342900" lvl="0" indent="-342900">
                        <a:buFont typeface="Arial" panose="020B0604020202020204" pitchFamily="34" charset="0"/>
                        <a:buChar char="•"/>
                      </a:pPr>
                      <a:r>
                        <a:rPr lang="en-US" sz="1400" dirty="0"/>
                        <a:t>The attack is mathematically simple</a:t>
                      </a:r>
                    </a:p>
                    <a:p>
                      <a:pPr marL="342900" lvl="0" indent="-342900">
                        <a:buFont typeface="Arial" panose="020B0604020202020204" pitchFamily="34" charset="0"/>
                        <a:buChar char="•"/>
                      </a:pPr>
                      <a:r>
                        <a:rPr lang="en-US" sz="1400" dirty="0"/>
                        <a:t>The perturbation is invisible</a:t>
                      </a:r>
                    </a:p>
                    <a:p>
                      <a:pPr marL="342900" lvl="0" indent="-342900">
                        <a:buFont typeface="Arial" panose="020B0604020202020204" pitchFamily="34" charset="0"/>
                        <a:buChar char="•"/>
                      </a:pPr>
                      <a:r>
                        <a:rPr lang="en-US" sz="1400" dirty="0"/>
                        <a:t>The failure is severe </a:t>
                      </a:r>
                    </a:p>
                    <a:p>
                      <a:pPr marL="342900" lvl="0" indent="-342900">
                        <a:buFont typeface="Arial" panose="020B0604020202020204" pitchFamily="34" charset="0"/>
                        <a:buChar char="•"/>
                      </a:pPr>
                      <a:r>
                        <a:rPr lang="en-US" sz="1400" dirty="0"/>
                        <a:t>Standard intuition about “robust model” don’t help</a:t>
                      </a:r>
                    </a:p>
                    <a:p>
                      <a:pPr marL="0" lvl="0" indent="0">
                        <a:buFont typeface="Arial" panose="020B0604020202020204" pitchFamily="34" charset="0"/>
                        <a:buNone/>
                      </a:pPr>
                      <a:endParaRPr lang="en-US" sz="1400" dirty="0"/>
                    </a:p>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400" dirty="0"/>
                        <a:t>We need to ensure our projects teams and vendors teams consider  </a:t>
                      </a:r>
                    </a:p>
                    <a:p>
                      <a:pPr marL="0" indent="0">
                        <a:buFont typeface="+mj-lt"/>
                        <a:buNone/>
                      </a:pPr>
                      <a:r>
                        <a:rPr lang="en-US" sz="1400" dirty="0"/>
                        <a:t>consider adversarial defenses when designing and deployment models as the implications of not doing so is very high e.g. autonomous vehicles, medical, financial decisioning, digital identification.</a:t>
                      </a:r>
                    </a:p>
                    <a:p>
                      <a:pPr marL="0" indent="0">
                        <a:buFont typeface="+mj-lt"/>
                        <a:buNone/>
                      </a:pPr>
                      <a:endParaRPr lang="en-US" sz="1400" dirty="0"/>
                    </a:p>
                    <a:p>
                      <a:pPr marL="0" marR="0" lvl="0" indent="0" algn="l" defTabSz="685800" rtl="0" eaLnBrk="1" fontAlgn="auto" latinLnBrk="0" hangingPunct="1">
                        <a:lnSpc>
                          <a:spcPct val="100000"/>
                        </a:lnSpc>
                        <a:spcBef>
                          <a:spcPts val="0"/>
                        </a:spcBef>
                        <a:spcAft>
                          <a:spcPts val="0"/>
                        </a:spcAft>
                        <a:buClrTx/>
                        <a:buSzTx/>
                        <a:buFont typeface="+mj-lt"/>
                        <a:buNone/>
                        <a:tabLst/>
                        <a:defRPr/>
                      </a:pPr>
                      <a:r>
                        <a:rPr lang="en-US" sz="1400" dirty="0"/>
                        <a:t>Furthermore, standard “robustness” accuracy metrics may not be sufficient and deployment scenarios specific robustness metrics should be considered </a:t>
                      </a:r>
                    </a:p>
                    <a:p>
                      <a:pPr marL="0" indent="0">
                        <a:buFont typeface="+mj-lt"/>
                        <a:buNone/>
                      </a:pPr>
                      <a:endParaRPr lang="en-US" sz="1400" dirty="0"/>
                    </a:p>
                    <a:p>
                      <a:r>
                        <a:rPr lang="en-US" sz="1400" dirty="0"/>
                        <a:t>We should also be more mindful when deciding to use open-source models (out of the box) and open-source datasets as these are likely to be “easy” adversarial targets.</a:t>
                      </a:r>
                    </a:p>
                    <a:p>
                      <a:endParaRPr lang="en-US" sz="1400" dirty="0"/>
                    </a:p>
                  </a:txBody>
                  <a:tcPr/>
                </a:tc>
                <a:extLst>
                  <a:ext uri="{0D108BD9-81ED-4DB2-BD59-A6C34878D82A}">
                    <a16:rowId xmlns:a16="http://schemas.microsoft.com/office/drawing/2014/main" val="3343081123"/>
                  </a:ext>
                </a:extLst>
              </a:tr>
            </a:tbl>
          </a:graphicData>
        </a:graphic>
      </p:graphicFrame>
    </p:spTree>
    <p:extLst>
      <p:ext uri="{BB962C8B-B14F-4D97-AF65-F5344CB8AC3E}">
        <p14:creationId xmlns:p14="http://schemas.microsoft.com/office/powerpoint/2010/main" val="34058060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D16DCE-E03F-1884-C580-AF53309A13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0C1C54-61D6-3188-8C24-4CCE00205474}"/>
              </a:ext>
            </a:extLst>
          </p:cNvPr>
          <p:cNvSpPr>
            <a:spLocks noGrp="1"/>
          </p:cNvSpPr>
          <p:nvPr>
            <p:ph type="title"/>
          </p:nvPr>
        </p:nvSpPr>
        <p:spPr>
          <a:xfrm>
            <a:off x="457200" y="10160"/>
            <a:ext cx="8382000" cy="868362"/>
          </a:xfrm>
        </p:spPr>
        <p:txBody>
          <a:bodyPr vert="horz" lIns="91440" tIns="45720" rIns="91440" bIns="45720" rtlCol="0" anchor="ctr">
            <a:normAutofit/>
          </a:bodyPr>
          <a:lstStyle/>
          <a:p>
            <a:r>
              <a:rPr lang="en-US" b="1"/>
              <a:t>Reflection</a:t>
            </a:r>
            <a:endParaRPr lang="en-SG" b="1"/>
          </a:p>
        </p:txBody>
      </p:sp>
      <p:sp>
        <p:nvSpPr>
          <p:cNvPr id="3" name="Content Placeholder 2">
            <a:extLst>
              <a:ext uri="{FF2B5EF4-FFF2-40B4-BE49-F238E27FC236}">
                <a16:creationId xmlns:a16="http://schemas.microsoft.com/office/drawing/2014/main" id="{350D8BB0-25BB-C3A2-5F95-513EE83628B2}"/>
              </a:ext>
            </a:extLst>
          </p:cNvPr>
          <p:cNvSpPr>
            <a:spLocks noGrp="1"/>
          </p:cNvSpPr>
          <p:nvPr>
            <p:ph idx="1"/>
          </p:nvPr>
        </p:nvSpPr>
        <p:spPr>
          <a:xfrm>
            <a:off x="457200" y="1295400"/>
            <a:ext cx="7886700" cy="4759325"/>
          </a:xfrm>
        </p:spPr>
        <p:txBody>
          <a:bodyPr>
            <a:normAutofit/>
          </a:bodyPr>
          <a:lstStyle/>
          <a:p>
            <a:endParaRPr lang="en-SG"/>
          </a:p>
          <a:p>
            <a:endParaRPr lang="en-SG" i="1"/>
          </a:p>
          <a:p>
            <a:endParaRPr lang="en-SG"/>
          </a:p>
          <a:p>
            <a:endParaRPr lang="en-SG" i="1"/>
          </a:p>
          <a:p>
            <a:pPr marL="0" indent="0">
              <a:buNone/>
            </a:pPr>
            <a:endParaRPr lang="en-SG"/>
          </a:p>
        </p:txBody>
      </p:sp>
      <p:graphicFrame>
        <p:nvGraphicFramePr>
          <p:cNvPr id="5" name="Table 4">
            <a:extLst>
              <a:ext uri="{FF2B5EF4-FFF2-40B4-BE49-F238E27FC236}">
                <a16:creationId xmlns:a16="http://schemas.microsoft.com/office/drawing/2014/main" id="{E979670D-6E5E-F996-CE72-006692B822AC}"/>
              </a:ext>
            </a:extLst>
          </p:cNvPr>
          <p:cNvGraphicFramePr>
            <a:graphicFrameLocks noGrp="1"/>
          </p:cNvGraphicFramePr>
          <p:nvPr>
            <p:extLst>
              <p:ext uri="{D42A27DB-BD31-4B8C-83A1-F6EECF244321}">
                <p14:modId xmlns:p14="http://schemas.microsoft.com/office/powerpoint/2010/main" val="915561718"/>
              </p:ext>
            </p:extLst>
          </p:nvPr>
        </p:nvGraphicFramePr>
        <p:xfrm>
          <a:off x="533400" y="878522"/>
          <a:ext cx="8077200" cy="4267200"/>
        </p:xfrm>
        <a:graphic>
          <a:graphicData uri="http://schemas.openxmlformats.org/drawingml/2006/table">
            <a:tbl>
              <a:tblPr firstRow="1" bandRow="1">
                <a:tableStyleId>{7DF18680-E054-41AD-8BC1-D1AEF772440D}</a:tableStyleId>
              </a:tblPr>
              <a:tblGrid>
                <a:gridCol w="1147763">
                  <a:extLst>
                    <a:ext uri="{9D8B030D-6E8A-4147-A177-3AD203B41FA5}">
                      <a16:colId xmlns:a16="http://schemas.microsoft.com/office/drawing/2014/main" val="1709278025"/>
                    </a:ext>
                  </a:extLst>
                </a:gridCol>
                <a:gridCol w="6929437">
                  <a:extLst>
                    <a:ext uri="{9D8B030D-6E8A-4147-A177-3AD203B41FA5}">
                      <a16:colId xmlns:a16="http://schemas.microsoft.com/office/drawing/2014/main" val="698414206"/>
                    </a:ext>
                  </a:extLst>
                </a:gridCol>
              </a:tblGrid>
              <a:tr h="370840">
                <a:tc>
                  <a:txBody>
                    <a:bodyPr/>
                    <a:lstStyle/>
                    <a:p>
                      <a:r>
                        <a:rPr lang="en-US" sz="1600"/>
                        <a:t>Team Member</a:t>
                      </a:r>
                    </a:p>
                  </a:txBody>
                  <a:tcPr/>
                </a:tc>
                <a:tc>
                  <a:txBody>
                    <a:bodyPr/>
                    <a:lstStyle/>
                    <a:p>
                      <a:r>
                        <a:rPr lang="en-US" sz="1600"/>
                        <a:t>Reflections (Include real-world implications, limitations, risks, ethics, and lessons learned)</a:t>
                      </a:r>
                      <a:endParaRPr lang="en-US" sz="1600" i="1"/>
                    </a:p>
                  </a:txBody>
                  <a:tcPr/>
                </a:tc>
                <a:extLst>
                  <a:ext uri="{0D108BD9-81ED-4DB2-BD59-A6C34878D82A}">
                    <a16:rowId xmlns:a16="http://schemas.microsoft.com/office/drawing/2014/main" val="281734263"/>
                  </a:ext>
                </a:extLst>
              </a:tr>
              <a:tr h="370840">
                <a:tc>
                  <a:txBody>
                    <a:bodyPr/>
                    <a:lstStyle/>
                    <a:p>
                      <a:r>
                        <a:rPr lang="en-US" sz="1600"/>
                        <a:t>Lee Kai Boo</a:t>
                      </a:r>
                    </a:p>
                  </a:txBody>
                  <a:tcPr/>
                </a:tc>
                <a:tc>
                  <a:txBody>
                    <a:bodyPr/>
                    <a:lstStyle/>
                    <a:p>
                      <a:pPr lvl="0">
                        <a:buNone/>
                      </a:pPr>
                      <a:r>
                        <a:rPr lang="en-US" sz="1400" b="0" i="0" u="none" strike="noStrike" noProof="0" dirty="0">
                          <a:latin typeface="Aptos"/>
                        </a:rPr>
                        <a:t>What struck me most during the epsilon sweep was not how quickly the model failed — but that I could barely see why. Even at ε = 0.30, where accuracy had collapsed toward random-guess levels, the digits still looked like digits to me. </a:t>
                      </a:r>
                    </a:p>
                    <a:p>
                      <a:pPr lvl="0">
                        <a:buNone/>
                      </a:pPr>
                      <a:endParaRPr lang="en-US" sz="1400" b="0" i="0" u="none" strike="noStrike" noProof="0" dirty="0">
                        <a:latin typeface="Aptos"/>
                      </a:endParaRPr>
                    </a:p>
                    <a:p>
                      <a:pPr lvl="0">
                        <a:buNone/>
                      </a:pPr>
                      <a:r>
                        <a:rPr lang="en-US" sz="1400" b="0" i="0" u="none" strike="noStrike" noProof="0" dirty="0">
                          <a:latin typeface="Aptos"/>
                        </a:rPr>
                        <a:t>This reveals something more unsettling than a technical flaw: humans and neural networks are not solving the same recognition problem. We interpret images through shape, context, and lived meaning, while models learn statistical patterns in high-dimensional pixel space — exactly what FGSM silently corrupts. </a:t>
                      </a:r>
                    </a:p>
                    <a:p>
                      <a:pPr lvl="0">
                        <a:buNone/>
                      </a:pPr>
                      <a:endParaRPr lang="en-US" sz="1400" b="0" i="0" u="none" strike="noStrike" noProof="0" dirty="0">
                        <a:latin typeface="Aptos"/>
                      </a:endParaRPr>
                    </a:p>
                    <a:p>
                      <a:pPr lvl="0">
                        <a:buNone/>
                      </a:pPr>
                      <a:r>
                        <a:rPr lang="en-US" sz="1400" b="0" i="0" u="none" strike="noStrike" noProof="0" dirty="0">
                          <a:latin typeface="Aptos"/>
                        </a:rPr>
                        <a:t>This asymmetry becomes life-threatening in the real world. A physically tampered stop sign, carrying adversarial-like perturbations through stickers or graffiti, could appear completely normal to a pedestrian or traffic officer while causing an autonomous vehicle to misclassify it and keep driving — with fatal consequences. Ironically, this is precisely where human-in-the-loop oversight matters most: not as a bureaucratic checkpoint, but as a semantically grounded second perspective that catches what gradient-trained models are structurally blind to.</a:t>
                      </a:r>
                    </a:p>
                    <a:p>
                      <a:pPr lvl="0">
                        <a:buNone/>
                      </a:pPr>
                      <a:endParaRPr lang="en-US" sz="1200" dirty="0"/>
                    </a:p>
                  </a:txBody>
                  <a:tcPr/>
                </a:tc>
                <a:extLst>
                  <a:ext uri="{0D108BD9-81ED-4DB2-BD59-A6C34878D82A}">
                    <a16:rowId xmlns:a16="http://schemas.microsoft.com/office/drawing/2014/main" val="2241707724"/>
                  </a:ext>
                </a:extLst>
              </a:tr>
            </a:tbl>
          </a:graphicData>
        </a:graphic>
      </p:graphicFrame>
    </p:spTree>
    <p:extLst>
      <p:ext uri="{BB962C8B-B14F-4D97-AF65-F5344CB8AC3E}">
        <p14:creationId xmlns:p14="http://schemas.microsoft.com/office/powerpoint/2010/main" val="30040854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4DC6E-71D0-337C-5210-494D12C81C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474C7E-A0AD-9BC4-5262-FAA5C4C3F239}"/>
              </a:ext>
            </a:extLst>
          </p:cNvPr>
          <p:cNvSpPr>
            <a:spLocks noGrp="1"/>
          </p:cNvSpPr>
          <p:nvPr>
            <p:ph type="title"/>
          </p:nvPr>
        </p:nvSpPr>
        <p:spPr>
          <a:xfrm>
            <a:off x="457200" y="10160"/>
            <a:ext cx="8382000" cy="868362"/>
          </a:xfrm>
        </p:spPr>
        <p:txBody>
          <a:bodyPr vert="horz" lIns="91440" tIns="45720" rIns="91440" bIns="45720" rtlCol="0" anchor="ctr">
            <a:normAutofit/>
          </a:bodyPr>
          <a:lstStyle/>
          <a:p>
            <a:r>
              <a:rPr lang="en-US" b="1"/>
              <a:t>Reflection</a:t>
            </a:r>
            <a:endParaRPr lang="en-SG" b="1"/>
          </a:p>
        </p:txBody>
      </p:sp>
      <p:sp>
        <p:nvSpPr>
          <p:cNvPr id="3" name="Content Placeholder 2">
            <a:extLst>
              <a:ext uri="{FF2B5EF4-FFF2-40B4-BE49-F238E27FC236}">
                <a16:creationId xmlns:a16="http://schemas.microsoft.com/office/drawing/2014/main" id="{0336E75B-5C53-E40F-AA56-12CC8019ABC8}"/>
              </a:ext>
            </a:extLst>
          </p:cNvPr>
          <p:cNvSpPr>
            <a:spLocks noGrp="1"/>
          </p:cNvSpPr>
          <p:nvPr>
            <p:ph idx="1"/>
          </p:nvPr>
        </p:nvSpPr>
        <p:spPr>
          <a:xfrm>
            <a:off x="457200" y="1295400"/>
            <a:ext cx="7886700" cy="4759325"/>
          </a:xfrm>
        </p:spPr>
        <p:txBody>
          <a:bodyPr>
            <a:normAutofit/>
          </a:bodyPr>
          <a:lstStyle/>
          <a:p>
            <a:endParaRPr lang="en-SG"/>
          </a:p>
          <a:p>
            <a:endParaRPr lang="en-SG" i="1"/>
          </a:p>
          <a:p>
            <a:endParaRPr lang="en-SG"/>
          </a:p>
          <a:p>
            <a:endParaRPr lang="en-SG" i="1"/>
          </a:p>
          <a:p>
            <a:pPr marL="0" indent="0">
              <a:buNone/>
            </a:pPr>
            <a:endParaRPr lang="en-SG"/>
          </a:p>
        </p:txBody>
      </p:sp>
      <p:graphicFrame>
        <p:nvGraphicFramePr>
          <p:cNvPr id="5" name="Table 4">
            <a:extLst>
              <a:ext uri="{FF2B5EF4-FFF2-40B4-BE49-F238E27FC236}">
                <a16:creationId xmlns:a16="http://schemas.microsoft.com/office/drawing/2014/main" id="{6CD6E29B-20F5-1530-95FA-A6828E3C9F3F}"/>
              </a:ext>
            </a:extLst>
          </p:cNvPr>
          <p:cNvGraphicFramePr>
            <a:graphicFrameLocks noGrp="1"/>
          </p:cNvGraphicFramePr>
          <p:nvPr>
            <p:extLst>
              <p:ext uri="{D42A27DB-BD31-4B8C-83A1-F6EECF244321}">
                <p14:modId xmlns:p14="http://schemas.microsoft.com/office/powerpoint/2010/main" val="1645236401"/>
              </p:ext>
            </p:extLst>
          </p:nvPr>
        </p:nvGraphicFramePr>
        <p:xfrm>
          <a:off x="419100" y="803275"/>
          <a:ext cx="8305800" cy="5577840"/>
        </p:xfrm>
        <a:graphic>
          <a:graphicData uri="http://schemas.openxmlformats.org/drawingml/2006/table">
            <a:tbl>
              <a:tblPr firstRow="1" bandRow="1">
                <a:tableStyleId>{7DF18680-E054-41AD-8BC1-D1AEF772440D}</a:tableStyleId>
              </a:tblPr>
              <a:tblGrid>
                <a:gridCol w="1180247">
                  <a:extLst>
                    <a:ext uri="{9D8B030D-6E8A-4147-A177-3AD203B41FA5}">
                      <a16:colId xmlns:a16="http://schemas.microsoft.com/office/drawing/2014/main" val="1709278025"/>
                    </a:ext>
                  </a:extLst>
                </a:gridCol>
                <a:gridCol w="7125553">
                  <a:extLst>
                    <a:ext uri="{9D8B030D-6E8A-4147-A177-3AD203B41FA5}">
                      <a16:colId xmlns:a16="http://schemas.microsoft.com/office/drawing/2014/main" val="698414206"/>
                    </a:ext>
                  </a:extLst>
                </a:gridCol>
              </a:tblGrid>
              <a:tr h="370840">
                <a:tc>
                  <a:txBody>
                    <a:bodyPr/>
                    <a:lstStyle/>
                    <a:p>
                      <a:r>
                        <a:rPr lang="en-US" sz="1600"/>
                        <a:t>Team Member</a:t>
                      </a:r>
                    </a:p>
                  </a:txBody>
                  <a:tcPr/>
                </a:tc>
                <a:tc>
                  <a:txBody>
                    <a:bodyPr/>
                    <a:lstStyle/>
                    <a:p>
                      <a:r>
                        <a:rPr lang="en-US" sz="1600"/>
                        <a:t>Reflections (Include real-world implications, limitations, risks, ethics, and lessons learned)</a:t>
                      </a:r>
                      <a:endParaRPr lang="en-US" sz="1600" i="1"/>
                    </a:p>
                  </a:txBody>
                  <a:tcPr/>
                </a:tc>
                <a:extLst>
                  <a:ext uri="{0D108BD9-81ED-4DB2-BD59-A6C34878D82A}">
                    <a16:rowId xmlns:a16="http://schemas.microsoft.com/office/drawing/2014/main" val="281734263"/>
                  </a:ext>
                </a:extLst>
              </a:tr>
              <a:tr h="370840">
                <a:tc>
                  <a:txBody>
                    <a:bodyPr/>
                    <a:lstStyle/>
                    <a:p>
                      <a:r>
                        <a:rPr lang="en-US" sz="1600" dirty="0"/>
                        <a:t>Sagar Pratap Singh</a:t>
                      </a:r>
                    </a:p>
                  </a:txBody>
                  <a:tcPr/>
                </a:tc>
                <a:tc>
                  <a:txBody>
                    <a:bodyPr/>
                    <a:lstStyle/>
                    <a:p>
                      <a:r>
                        <a:rPr lang="en-US" sz="1400" u="sng" dirty="0"/>
                        <a:t>Achieving a high accuracy on test samples with strong generalization is not a ready-signal for production deployment</a:t>
                      </a:r>
                      <a:r>
                        <a:rPr lang="en-US" sz="1400" dirty="0"/>
                        <a:t>. The risk of FGSM attacks on model is real, especially given this is an evasion attack that can also work in black-box mode (transferred from a surrogate model in production), so an attacker does not need to know the model weights, just similar enough data.</a:t>
                      </a:r>
                    </a:p>
                    <a:p>
                      <a:r>
                        <a:rPr lang="en-US" sz="1400" dirty="0"/>
                        <a:t> </a:t>
                      </a:r>
                    </a:p>
                    <a:p>
                      <a:r>
                        <a:rPr lang="en-US" sz="1400" dirty="0"/>
                        <a:t>The risk is amplified by the fact that addition of adversarial noise are </a:t>
                      </a:r>
                      <a:r>
                        <a:rPr lang="en-US" sz="1400" u="sng" dirty="0"/>
                        <a:t>visibly imperceptible to the human eye</a:t>
                      </a:r>
                      <a:r>
                        <a:rPr lang="en-US" sz="1400" dirty="0"/>
                        <a:t>, while still collapsing a 96% accurate model to 9%. Moreover, confidence threshold cannot be used to trust model’s output, we have observed that under adversarial attack, the </a:t>
                      </a:r>
                      <a:r>
                        <a:rPr lang="en-US" sz="1400" u="sng" dirty="0"/>
                        <a:t>model continues to make incorrect predictions with high accuracy</a:t>
                      </a:r>
                      <a:r>
                        <a:rPr lang="en-US" sz="1400" dirty="0"/>
                        <a:t>.</a:t>
                      </a:r>
                    </a:p>
                    <a:p>
                      <a:endParaRPr lang="en-US" sz="1400" dirty="0"/>
                    </a:p>
                    <a:p>
                      <a:r>
                        <a:rPr lang="en-US" sz="1400" dirty="0"/>
                        <a:t>Extending the MNIST model to the real-world, the dangers of such adversarial attacks on models that are trained to recognized digits are significant. They can cause big money frauds in banking systems (bank cheque processing), evading traffic surveillance tracking license plates, and the same vulnerability extends to higher stakes environment where facial recognition, autonomous vehicles operate.</a:t>
                      </a:r>
                    </a:p>
                    <a:p>
                      <a:endParaRPr lang="en-US" sz="1400" dirty="0"/>
                    </a:p>
                    <a:p>
                      <a:r>
                        <a:rPr lang="en-US" sz="1400" dirty="0"/>
                        <a:t>It is important to implement </a:t>
                      </a:r>
                      <a:r>
                        <a:rPr lang="en-US" sz="1400" u="sng" dirty="0"/>
                        <a:t>defensive strategies </a:t>
                      </a:r>
                      <a:r>
                        <a:rPr lang="en-US" sz="1400" dirty="0"/>
                        <a:t>against both black-box and white-box attacks. For example, the </a:t>
                      </a:r>
                      <a:r>
                        <a:rPr lang="en-US" sz="1400" u="sng" dirty="0"/>
                        <a:t>FGSM adversarial samples can be used to retrain the model</a:t>
                      </a:r>
                      <a:r>
                        <a:rPr lang="en-US" sz="1400" dirty="0"/>
                        <a:t>. The caveat remains that the model overfits to FGSM attacks and will not be immune to other adversarial attacks. Other defensive mechanisms could be input validation or human-in-the-loop</a:t>
                      </a:r>
                    </a:p>
                    <a:p>
                      <a:r>
                        <a:rPr lang="en-US" sz="1400" i="1" dirty="0"/>
                        <a:t>(Based on FGSM attack on ResNet-50 MNIST)</a:t>
                      </a:r>
                    </a:p>
                  </a:txBody>
                  <a:tcPr/>
                </a:tc>
                <a:extLst>
                  <a:ext uri="{0D108BD9-81ED-4DB2-BD59-A6C34878D82A}">
                    <a16:rowId xmlns:a16="http://schemas.microsoft.com/office/drawing/2014/main" val="1461676435"/>
                  </a:ext>
                </a:extLst>
              </a:tr>
            </a:tbl>
          </a:graphicData>
        </a:graphic>
      </p:graphicFrame>
    </p:spTree>
    <p:extLst>
      <p:ext uri="{BB962C8B-B14F-4D97-AF65-F5344CB8AC3E}">
        <p14:creationId xmlns:p14="http://schemas.microsoft.com/office/powerpoint/2010/main" val="5978288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108EE-B32A-DF7D-008B-1D3E432239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D111ED-A40D-A127-98F4-43D04EA063D9}"/>
              </a:ext>
            </a:extLst>
          </p:cNvPr>
          <p:cNvSpPr>
            <a:spLocks noGrp="1"/>
          </p:cNvSpPr>
          <p:nvPr>
            <p:ph type="title"/>
          </p:nvPr>
        </p:nvSpPr>
        <p:spPr>
          <a:xfrm>
            <a:off x="457200" y="10160"/>
            <a:ext cx="8382000" cy="868362"/>
          </a:xfrm>
        </p:spPr>
        <p:txBody>
          <a:bodyPr vert="horz" lIns="91440" tIns="45720" rIns="91440" bIns="45720" rtlCol="0" anchor="ctr">
            <a:normAutofit/>
          </a:bodyPr>
          <a:lstStyle/>
          <a:p>
            <a:r>
              <a:rPr lang="en-US" b="1"/>
              <a:t>Reflection</a:t>
            </a:r>
            <a:endParaRPr lang="en-SG" b="1"/>
          </a:p>
        </p:txBody>
      </p:sp>
      <p:sp>
        <p:nvSpPr>
          <p:cNvPr id="3" name="Content Placeholder 2">
            <a:extLst>
              <a:ext uri="{FF2B5EF4-FFF2-40B4-BE49-F238E27FC236}">
                <a16:creationId xmlns:a16="http://schemas.microsoft.com/office/drawing/2014/main" id="{43C3ED2C-9F10-FE64-A8A7-027278AD5524}"/>
              </a:ext>
            </a:extLst>
          </p:cNvPr>
          <p:cNvSpPr>
            <a:spLocks noGrp="1"/>
          </p:cNvSpPr>
          <p:nvPr>
            <p:ph idx="1"/>
          </p:nvPr>
        </p:nvSpPr>
        <p:spPr>
          <a:xfrm>
            <a:off x="457200" y="1295400"/>
            <a:ext cx="7886700" cy="4759325"/>
          </a:xfrm>
        </p:spPr>
        <p:txBody>
          <a:bodyPr>
            <a:normAutofit/>
          </a:bodyPr>
          <a:lstStyle/>
          <a:p>
            <a:endParaRPr lang="en-SG"/>
          </a:p>
          <a:p>
            <a:endParaRPr lang="en-SG" i="1"/>
          </a:p>
          <a:p>
            <a:endParaRPr lang="en-SG"/>
          </a:p>
          <a:p>
            <a:endParaRPr lang="en-SG" i="1"/>
          </a:p>
          <a:p>
            <a:pPr marL="0" indent="0">
              <a:buNone/>
            </a:pPr>
            <a:endParaRPr lang="en-SG"/>
          </a:p>
        </p:txBody>
      </p:sp>
      <p:graphicFrame>
        <p:nvGraphicFramePr>
          <p:cNvPr id="5" name="Table 4">
            <a:extLst>
              <a:ext uri="{FF2B5EF4-FFF2-40B4-BE49-F238E27FC236}">
                <a16:creationId xmlns:a16="http://schemas.microsoft.com/office/drawing/2014/main" id="{36C429F0-F4F0-C0F3-29E4-491B8C5C9D6F}"/>
              </a:ext>
            </a:extLst>
          </p:cNvPr>
          <p:cNvGraphicFramePr>
            <a:graphicFrameLocks noGrp="1"/>
          </p:cNvGraphicFramePr>
          <p:nvPr>
            <p:extLst>
              <p:ext uri="{D42A27DB-BD31-4B8C-83A1-F6EECF244321}">
                <p14:modId xmlns:p14="http://schemas.microsoft.com/office/powerpoint/2010/main" val="1980701308"/>
              </p:ext>
            </p:extLst>
          </p:nvPr>
        </p:nvGraphicFramePr>
        <p:xfrm>
          <a:off x="533400" y="878522"/>
          <a:ext cx="8092440" cy="5585828"/>
        </p:xfrm>
        <a:graphic>
          <a:graphicData uri="http://schemas.openxmlformats.org/drawingml/2006/table">
            <a:tbl>
              <a:tblPr firstRow="1" bandRow="1">
                <a:tableStyleId>{7DF18680-E054-41AD-8BC1-D1AEF772440D}</a:tableStyleId>
              </a:tblPr>
              <a:tblGrid>
                <a:gridCol w="1149929">
                  <a:extLst>
                    <a:ext uri="{9D8B030D-6E8A-4147-A177-3AD203B41FA5}">
                      <a16:colId xmlns:a16="http://schemas.microsoft.com/office/drawing/2014/main" val="1709278025"/>
                    </a:ext>
                  </a:extLst>
                </a:gridCol>
                <a:gridCol w="6942511">
                  <a:extLst>
                    <a:ext uri="{9D8B030D-6E8A-4147-A177-3AD203B41FA5}">
                      <a16:colId xmlns:a16="http://schemas.microsoft.com/office/drawing/2014/main" val="698414206"/>
                    </a:ext>
                  </a:extLst>
                </a:gridCol>
              </a:tblGrid>
              <a:tr h="576530">
                <a:tc>
                  <a:txBody>
                    <a:bodyPr/>
                    <a:lstStyle/>
                    <a:p>
                      <a:r>
                        <a:rPr lang="en-US" sz="1600"/>
                        <a:t>Team Member</a:t>
                      </a:r>
                    </a:p>
                  </a:txBody>
                  <a:tcPr/>
                </a:tc>
                <a:tc>
                  <a:txBody>
                    <a:bodyPr/>
                    <a:lstStyle/>
                    <a:p>
                      <a:r>
                        <a:rPr lang="en-US" sz="1600"/>
                        <a:t>Reflections (Include real-world implications, limitations, risks, ethics, and lessons learned)</a:t>
                      </a:r>
                      <a:endParaRPr lang="en-US" sz="1600" i="1"/>
                    </a:p>
                  </a:txBody>
                  <a:tcPr/>
                </a:tc>
                <a:extLst>
                  <a:ext uri="{0D108BD9-81ED-4DB2-BD59-A6C34878D82A}">
                    <a16:rowId xmlns:a16="http://schemas.microsoft.com/office/drawing/2014/main" val="281734263"/>
                  </a:ext>
                </a:extLst>
              </a:tr>
              <a:tr h="5006708">
                <a:tc>
                  <a:txBody>
                    <a:bodyPr/>
                    <a:lstStyle/>
                    <a:p>
                      <a:r>
                        <a:rPr lang="en-US" sz="1600"/>
                        <a:t>Sai Chin Kai (Clarence)</a:t>
                      </a:r>
                    </a:p>
                  </a:txBody>
                  <a:tcPr/>
                </a:tc>
                <a:tc>
                  <a:txBody>
                    <a:bodyPr/>
                    <a:lstStyle/>
                    <a:p>
                      <a:r>
                        <a:rPr lang="en-SG" sz="1400" dirty="0"/>
                        <a:t>It was surprising how easily the model failed even when the changes were invisible to humans. A very small change caused accuracy to drop sharply. As the attack strength increased, performance did not fall in a smooth, predictable way and sometimes even briefly improved before getting much worse. This shows that testing only one level of attack can be misleading, and that high accuracy in normal conditions does not guarantee reliability in real-world use.</a:t>
                      </a:r>
                    </a:p>
                    <a:p>
                      <a:endParaRPr lang="en-SG" sz="1400" dirty="0"/>
                    </a:p>
                    <a:p>
                      <a:r>
                        <a:rPr lang="en-SG" sz="1400" dirty="0"/>
                        <a:t>The results also showed large differences in performance across classes. Some classes were heavily affected, while others were more stable. Under stronger attacks, the model stopped spreading its predictions across classes and instead collapsed into predicting a single label for most inputs, leading to very unbalanced performance and near-total failure for some classes.</a:t>
                      </a:r>
                    </a:p>
                    <a:p>
                      <a:endParaRPr lang="en-SG" sz="1400" dirty="0"/>
                    </a:p>
                    <a:p>
                      <a:r>
                        <a:rPr lang="en-SG" sz="1400" dirty="0"/>
                        <a:t>Confidence scores also became unreliable under attack. The model was more confident in its wrong predictions than in its correct ones. This shows that confidence alone is not a trustworthy indicator of correctness. Overall, the lab highlights that models must be evaluated not just on accuracy under normal conditions, but on how they behave and fail under stress.</a:t>
                      </a:r>
                    </a:p>
                    <a:p>
                      <a:endParaRPr lang="en-US" sz="1600" dirty="0"/>
                    </a:p>
                  </a:txBody>
                  <a:tcPr/>
                </a:tc>
                <a:extLst>
                  <a:ext uri="{0D108BD9-81ED-4DB2-BD59-A6C34878D82A}">
                    <a16:rowId xmlns:a16="http://schemas.microsoft.com/office/drawing/2014/main" val="2616647716"/>
                  </a:ext>
                </a:extLst>
              </a:tr>
            </a:tbl>
          </a:graphicData>
        </a:graphic>
      </p:graphicFrame>
    </p:spTree>
    <p:extLst>
      <p:ext uri="{BB962C8B-B14F-4D97-AF65-F5344CB8AC3E}">
        <p14:creationId xmlns:p14="http://schemas.microsoft.com/office/powerpoint/2010/main" val="22103194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080083-D745-B92F-D75A-ADF4C1EE1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E08065-E4CA-DE72-396D-CFEEE8F4F097}"/>
              </a:ext>
            </a:extLst>
          </p:cNvPr>
          <p:cNvSpPr>
            <a:spLocks noGrp="1"/>
          </p:cNvSpPr>
          <p:nvPr>
            <p:ph type="title"/>
          </p:nvPr>
        </p:nvSpPr>
        <p:spPr>
          <a:xfrm>
            <a:off x="457200" y="10160"/>
            <a:ext cx="8382000" cy="868362"/>
          </a:xfrm>
        </p:spPr>
        <p:txBody>
          <a:bodyPr vert="horz" lIns="91440" tIns="45720" rIns="91440" bIns="45720" rtlCol="0" anchor="ctr">
            <a:normAutofit/>
          </a:bodyPr>
          <a:lstStyle/>
          <a:p>
            <a:r>
              <a:rPr lang="en-US" b="1"/>
              <a:t>Reflection</a:t>
            </a:r>
            <a:endParaRPr lang="en-SG" b="1"/>
          </a:p>
        </p:txBody>
      </p:sp>
      <p:sp>
        <p:nvSpPr>
          <p:cNvPr id="3" name="Content Placeholder 2">
            <a:extLst>
              <a:ext uri="{FF2B5EF4-FFF2-40B4-BE49-F238E27FC236}">
                <a16:creationId xmlns:a16="http://schemas.microsoft.com/office/drawing/2014/main" id="{C2B3948B-D720-BA12-D33E-0678CF0E4343}"/>
              </a:ext>
            </a:extLst>
          </p:cNvPr>
          <p:cNvSpPr>
            <a:spLocks noGrp="1"/>
          </p:cNvSpPr>
          <p:nvPr>
            <p:ph idx="1"/>
          </p:nvPr>
        </p:nvSpPr>
        <p:spPr>
          <a:xfrm>
            <a:off x="457200" y="1295400"/>
            <a:ext cx="7886700" cy="4759325"/>
          </a:xfrm>
        </p:spPr>
        <p:txBody>
          <a:bodyPr>
            <a:normAutofit/>
          </a:bodyPr>
          <a:lstStyle/>
          <a:p>
            <a:endParaRPr lang="en-SG"/>
          </a:p>
          <a:p>
            <a:endParaRPr lang="en-SG" i="1"/>
          </a:p>
          <a:p>
            <a:endParaRPr lang="en-SG"/>
          </a:p>
          <a:p>
            <a:endParaRPr lang="en-SG" i="1"/>
          </a:p>
          <a:p>
            <a:pPr marL="0" indent="0">
              <a:buNone/>
            </a:pPr>
            <a:endParaRPr lang="en-SG"/>
          </a:p>
        </p:txBody>
      </p:sp>
      <p:graphicFrame>
        <p:nvGraphicFramePr>
          <p:cNvPr id="5" name="Table 4">
            <a:extLst>
              <a:ext uri="{FF2B5EF4-FFF2-40B4-BE49-F238E27FC236}">
                <a16:creationId xmlns:a16="http://schemas.microsoft.com/office/drawing/2014/main" id="{BC3FBF4D-230B-F9EE-F42E-7848E809BFE1}"/>
              </a:ext>
            </a:extLst>
          </p:cNvPr>
          <p:cNvGraphicFramePr>
            <a:graphicFrameLocks noGrp="1"/>
          </p:cNvGraphicFramePr>
          <p:nvPr>
            <p:extLst>
              <p:ext uri="{D42A27DB-BD31-4B8C-83A1-F6EECF244321}">
                <p14:modId xmlns:p14="http://schemas.microsoft.com/office/powerpoint/2010/main" val="4097348173"/>
              </p:ext>
            </p:extLst>
          </p:nvPr>
        </p:nvGraphicFramePr>
        <p:xfrm>
          <a:off x="533400" y="664360"/>
          <a:ext cx="8305800" cy="5791200"/>
        </p:xfrm>
        <a:graphic>
          <a:graphicData uri="http://schemas.openxmlformats.org/drawingml/2006/table">
            <a:tbl>
              <a:tblPr firstRow="1" bandRow="1">
                <a:tableStyleId>{7DF18680-E054-41AD-8BC1-D1AEF772440D}</a:tableStyleId>
              </a:tblPr>
              <a:tblGrid>
                <a:gridCol w="1180247">
                  <a:extLst>
                    <a:ext uri="{9D8B030D-6E8A-4147-A177-3AD203B41FA5}">
                      <a16:colId xmlns:a16="http://schemas.microsoft.com/office/drawing/2014/main" val="1709278025"/>
                    </a:ext>
                  </a:extLst>
                </a:gridCol>
                <a:gridCol w="7125553">
                  <a:extLst>
                    <a:ext uri="{9D8B030D-6E8A-4147-A177-3AD203B41FA5}">
                      <a16:colId xmlns:a16="http://schemas.microsoft.com/office/drawing/2014/main" val="698414206"/>
                    </a:ext>
                  </a:extLst>
                </a:gridCol>
              </a:tblGrid>
              <a:tr h="370840">
                <a:tc>
                  <a:txBody>
                    <a:bodyPr/>
                    <a:lstStyle/>
                    <a:p>
                      <a:r>
                        <a:rPr lang="en-US" sz="1600"/>
                        <a:t>Team Member</a:t>
                      </a:r>
                    </a:p>
                  </a:txBody>
                  <a:tcPr/>
                </a:tc>
                <a:tc>
                  <a:txBody>
                    <a:bodyPr/>
                    <a:lstStyle/>
                    <a:p>
                      <a:r>
                        <a:rPr lang="en-US" sz="1600"/>
                        <a:t>Reflections (Include real-world implications, limitations, risks, ethics, and lessons learned)</a:t>
                      </a:r>
                      <a:endParaRPr lang="en-US" sz="1600" i="1"/>
                    </a:p>
                  </a:txBody>
                  <a:tcPr/>
                </a:tc>
                <a:extLst>
                  <a:ext uri="{0D108BD9-81ED-4DB2-BD59-A6C34878D82A}">
                    <a16:rowId xmlns:a16="http://schemas.microsoft.com/office/drawing/2014/main" val="281734263"/>
                  </a:ext>
                </a:extLst>
              </a:tr>
              <a:tr h="370840">
                <a:tc>
                  <a:txBody>
                    <a:bodyPr/>
                    <a:lstStyle/>
                    <a:p>
                      <a:r>
                        <a:rPr lang="en-US" sz="1600"/>
                        <a:t>Tan Ai Kun</a:t>
                      </a:r>
                    </a:p>
                  </a:txBody>
                  <a:tcPr/>
                </a:tc>
                <a:tc>
                  <a:txBody>
                    <a:bodyPr/>
                    <a:lstStyle/>
                    <a:p>
                      <a:r>
                        <a:rPr lang="en-SG" sz="1400" dirty="0"/>
                        <a:t>It was a surprising insight to witness how easily the model collapsed under imperceptible perturbations. This lab made me realize that benchmark performance alone can mask significant operational fragility, and reinforced the importance of evaluating AI systems under abnormal and adversarial conditions rather than only ideal test scenarios.</a:t>
                      </a:r>
                    </a:p>
                    <a:p>
                      <a:endParaRPr lang="en-SG" sz="1400" dirty="0"/>
                    </a:p>
                    <a:p>
                      <a:r>
                        <a:rPr lang="en-SG" sz="1400" dirty="0"/>
                        <a:t>What was even more striking was how the model could become confidently wrong under attack. This raises serious concerns about relying solely on confidence metrics as a trust signal without additional validation, monitoring, or governance mechanisms. Prior to this lab, I had expected adversarial attacks to result in largely random degradation. Instead, the team observed predictable attractor-class collapse, where the model repeatedly defaulted to specific classes under attack. Such predictable failure behaviour could potentially be exploited by attackers in real-world deployments. At the same time, it also highlighted how behavioural monitoring and anomaly detection may serve as important ongoing operational controls.</a:t>
                      </a:r>
                      <a:br>
                        <a:rPr lang="en-SG" sz="1400" dirty="0"/>
                      </a:br>
                      <a:endParaRPr lang="en-SG" sz="1400" dirty="0"/>
                    </a:p>
                    <a:p>
                      <a:r>
                        <a:rPr lang="en-SG" sz="1400" dirty="0"/>
                        <a:t>Another observation was that humans could still correctly recognize images that fooled the model. This made me question how much current AI systems truly “understand” compared to how much they rely on fragile statistical patterns learned from training data.</a:t>
                      </a:r>
                    </a:p>
                    <a:p>
                      <a:endParaRPr lang="en-SG" sz="1400" dirty="0"/>
                    </a:p>
                    <a:p>
                      <a:r>
                        <a:rPr lang="en-SG" sz="1400" dirty="0"/>
                        <a:t>I learned that Trustworthy AI is not only about building accurate models. It is equally about understanding how systems fail, when they fail, whether humans are able to detect those failures, and how organizations remain accountable when failures occur. Similar to enterprise systems, robustness and operational resilience matter just as much as functionality.</a:t>
                      </a:r>
                    </a:p>
                  </a:txBody>
                  <a:tcPr/>
                </a:tc>
                <a:extLst>
                  <a:ext uri="{0D108BD9-81ED-4DB2-BD59-A6C34878D82A}">
                    <a16:rowId xmlns:a16="http://schemas.microsoft.com/office/drawing/2014/main" val="898015317"/>
                  </a:ext>
                </a:extLst>
              </a:tr>
            </a:tbl>
          </a:graphicData>
        </a:graphic>
      </p:graphicFrame>
    </p:spTree>
    <p:extLst>
      <p:ext uri="{BB962C8B-B14F-4D97-AF65-F5344CB8AC3E}">
        <p14:creationId xmlns:p14="http://schemas.microsoft.com/office/powerpoint/2010/main" val="368958352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495F9-A798-74A5-7935-5159F1540A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14C079-9290-EE6F-76BF-F8043DFB50FE}"/>
              </a:ext>
            </a:extLst>
          </p:cNvPr>
          <p:cNvSpPr>
            <a:spLocks noGrp="1"/>
          </p:cNvSpPr>
          <p:nvPr>
            <p:ph type="title"/>
          </p:nvPr>
        </p:nvSpPr>
        <p:spPr>
          <a:xfrm>
            <a:off x="628650" y="365127"/>
            <a:ext cx="7886700" cy="777874"/>
          </a:xfrm>
        </p:spPr>
        <p:txBody>
          <a:bodyPr vert="horz" lIns="91440" tIns="45720" rIns="91440" bIns="45720" rtlCol="0" anchor="ctr">
            <a:normAutofit/>
          </a:bodyPr>
          <a:lstStyle/>
          <a:p>
            <a:r>
              <a:rPr lang="en-US" b="1"/>
              <a:t>References</a:t>
            </a:r>
            <a:endParaRPr lang="en-SG" b="1"/>
          </a:p>
        </p:txBody>
      </p:sp>
      <p:sp>
        <p:nvSpPr>
          <p:cNvPr id="3" name="Content Placeholder 2">
            <a:extLst>
              <a:ext uri="{FF2B5EF4-FFF2-40B4-BE49-F238E27FC236}">
                <a16:creationId xmlns:a16="http://schemas.microsoft.com/office/drawing/2014/main" id="{02EBB40A-579E-B27B-123D-8424460580F8}"/>
              </a:ext>
            </a:extLst>
          </p:cNvPr>
          <p:cNvSpPr>
            <a:spLocks noGrp="1"/>
          </p:cNvSpPr>
          <p:nvPr>
            <p:ph idx="1"/>
          </p:nvPr>
        </p:nvSpPr>
        <p:spPr>
          <a:xfrm>
            <a:off x="628650" y="1295400"/>
            <a:ext cx="7886700" cy="4881563"/>
          </a:xfrm>
        </p:spPr>
        <p:txBody>
          <a:bodyPr/>
          <a:lstStyle/>
          <a:p>
            <a:pPr marL="361950" indent="-361950">
              <a:buNone/>
            </a:pPr>
            <a:r>
              <a:rPr lang="en-US"/>
              <a:t>1.	Goodfellow, I., </a:t>
            </a:r>
            <a:r>
              <a:rPr lang="en-US" err="1"/>
              <a:t>Shlens</a:t>
            </a:r>
            <a:r>
              <a:rPr lang="en-US"/>
              <a:t>, J., &amp; Szegedy, C. (2015). </a:t>
            </a:r>
            <a:r>
              <a:rPr lang="en-US" i="1"/>
              <a:t>Explaining and harnessing adversarial examples</a:t>
            </a:r>
            <a:r>
              <a:rPr lang="en-US"/>
              <a:t>. International Conference on Learning Representations (ICLR). </a:t>
            </a:r>
            <a:r>
              <a:rPr lang="en-US">
                <a:hlinkClick r:id="rId2"/>
              </a:rPr>
              <a:t>ICLR Paper</a:t>
            </a:r>
            <a:endParaRPr lang="en-US"/>
          </a:p>
          <a:p>
            <a:pPr marL="361950" indent="-361950">
              <a:buNone/>
            </a:pPr>
            <a:r>
              <a:rPr lang="en-SG"/>
              <a:t>2. 	ChatGPT. (2026, May 22). </a:t>
            </a:r>
            <a:r>
              <a:rPr lang="en-SG" i="1"/>
              <a:t>Generated Python code and debugging support for FGSM adversarial attack labs using </a:t>
            </a:r>
            <a:r>
              <a:rPr lang="en-SG" i="1" err="1"/>
              <a:t>PyTorch</a:t>
            </a:r>
            <a:r>
              <a:rPr lang="en-SG"/>
              <a:t>. OpenAI. </a:t>
            </a:r>
            <a:r>
              <a:rPr lang="en-SG">
                <a:hlinkClick r:id="rId3"/>
              </a:rPr>
              <a:t>ChatGPT</a:t>
            </a:r>
            <a:endParaRPr lang="en-SG"/>
          </a:p>
        </p:txBody>
      </p:sp>
      <p:sp>
        <p:nvSpPr>
          <p:cNvPr id="5" name="Footer Placeholder 3">
            <a:extLst>
              <a:ext uri="{FF2B5EF4-FFF2-40B4-BE49-F238E27FC236}">
                <a16:creationId xmlns:a16="http://schemas.microsoft.com/office/drawing/2014/main" id="{F912FDE9-7E6E-AEB1-A184-2DAAED927022}"/>
              </a:ext>
            </a:extLst>
          </p:cNvPr>
          <p:cNvSpPr>
            <a:spLocks noGrp="1"/>
          </p:cNvSpPr>
          <p:nvPr>
            <p:ph type="ftr" sz="quarter" idx="11"/>
          </p:nvPr>
        </p:nvSpPr>
        <p:spPr>
          <a:xfrm>
            <a:off x="457200" y="6356351"/>
            <a:ext cx="8001000" cy="365125"/>
          </a:xfrm>
        </p:spPr>
        <p:txBody>
          <a:bodyPr/>
          <a:lstStyle/>
          <a:p>
            <a:pPr>
              <a:defRPr/>
            </a:pPr>
            <a:r>
              <a:rPr lang="en-US"/>
              <a:t>AI tools were used for coding assistance, debugging support, workflow guidance, and slide structuring. All experimental design, interpretation, analysis, conclusions, and reflections were independently reviewed, validated, and written by the team.</a:t>
            </a:r>
          </a:p>
        </p:txBody>
      </p:sp>
    </p:spTree>
    <p:extLst>
      <p:ext uri="{BB962C8B-B14F-4D97-AF65-F5344CB8AC3E}">
        <p14:creationId xmlns:p14="http://schemas.microsoft.com/office/powerpoint/2010/main" val="14946881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0DAD8E17DB1D6489C9F8E466F16B9AB" ma:contentTypeVersion="10" ma:contentTypeDescription="Create a new document." ma:contentTypeScope="" ma:versionID="aa59de97aa30a7163b1229a20548241f">
  <xsd:schema xmlns:xsd="http://www.w3.org/2001/XMLSchema" xmlns:xs="http://www.w3.org/2001/XMLSchema" xmlns:p="http://schemas.microsoft.com/office/2006/metadata/properties" xmlns:ns2="63227951-1c8e-4598-94ad-0eb8f159cf89" xmlns:ns3="e9d6c3ec-f850-486d-bc56-3d497e792a92" targetNamespace="http://schemas.microsoft.com/office/2006/metadata/properties" ma:root="true" ma:fieldsID="4874d8fe8e6cb23005ce7a462f80cbc1" ns2:_="" ns3:_="">
    <xsd:import namespace="63227951-1c8e-4598-94ad-0eb8f159cf89"/>
    <xsd:import namespace="e9d6c3ec-f850-486d-bc56-3d497e792a9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3227951-1c8e-4598-94ad-0eb8f159cf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308ee23d-8eb2-4faa-a2fb-6340af2942bd"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9d6c3ec-f850-486d-bc56-3d497e792a9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3f7045c5-cc55-4800-8a81-b4fbbe8fe649}" ma:internalName="TaxCatchAll" ma:showField="CatchAllData" ma:web="e9d6c3ec-f850-486d-bc56-3d497e792a9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e9d6c3ec-f850-486d-bc56-3d497e792a92" xsi:nil="true"/>
    <lcf76f155ced4ddcb4097134ff3c332f xmlns="63227951-1c8e-4598-94ad-0eb8f159cf89">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427781E-AA29-4CE2-B82D-74D335DEA431}"/>
</file>

<file path=customXml/itemProps2.xml><?xml version="1.0" encoding="utf-8"?>
<ds:datastoreItem xmlns:ds="http://schemas.openxmlformats.org/officeDocument/2006/customXml" ds:itemID="{4E550CEF-7970-4CC4-83F0-F873621D1DB9}">
  <ds:schemaRefs>
    <ds:schemaRef ds:uri="http://purl.org/dc/elements/1.1/"/>
    <ds:schemaRef ds:uri="http://schemas.microsoft.com/office/2006/documentManagement/types"/>
    <ds:schemaRef ds:uri="http://purl.org/dc/dcmitype/"/>
    <ds:schemaRef ds:uri="http://purl.org/dc/terms/"/>
    <ds:schemaRef ds:uri="http://schemas.microsoft.com/office/infopath/2007/PartnerControls"/>
    <ds:schemaRef ds:uri="http://www.w3.org/XML/1998/namespace"/>
    <ds:schemaRef ds:uri="http://schemas.openxmlformats.org/package/2006/metadata/core-properties"/>
    <ds:schemaRef ds:uri="http://schemas.microsoft.com/office/2006/metadata/properties"/>
    <ds:schemaRef ds:uri="63227951-1c8e-4598-94ad-0eb8f159cf89"/>
  </ds:schemaRefs>
</ds:datastoreItem>
</file>

<file path=customXml/itemProps3.xml><?xml version="1.0" encoding="utf-8"?>
<ds:datastoreItem xmlns:ds="http://schemas.openxmlformats.org/officeDocument/2006/customXml" ds:itemID="{F0EF2156-D517-4E33-A139-B2ADAECD7F6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6345</Words>
  <Application>Microsoft Office PowerPoint</Application>
  <PresentationFormat>On-screen Show (4:3)</PresentationFormat>
  <Paragraphs>566</Paragraphs>
  <Slides>39</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Aptos</vt:lpstr>
      <vt:lpstr>Aptos Display</vt:lpstr>
      <vt:lpstr>Arial</vt:lpstr>
      <vt:lpstr>Calibri</vt:lpstr>
      <vt:lpstr>Office Theme</vt:lpstr>
      <vt:lpstr>PowerPoint Presentation</vt:lpstr>
      <vt:lpstr>Investigation Roadmap</vt:lpstr>
      <vt:lpstr>Objectives</vt:lpstr>
      <vt:lpstr>Workflow</vt:lpstr>
      <vt:lpstr>CIFAR-10 Data Samples</vt:lpstr>
      <vt:lpstr>MNIST Data Samples</vt:lpstr>
      <vt:lpstr>CIFAR-10 &amp; MNIST Dataset &amp; Preprocessing</vt:lpstr>
      <vt:lpstr>Model Architectures &amp; Training</vt:lpstr>
      <vt:lpstr>Adversarial Attack Setup</vt:lpstr>
      <vt:lpstr>CIFAR-10</vt:lpstr>
      <vt:lpstr>Training Results</vt:lpstr>
      <vt:lpstr>Clean Model Performance</vt:lpstr>
      <vt:lpstr>FGSM Attack using IBM ART</vt:lpstr>
      <vt:lpstr>Experimentation Design</vt:lpstr>
      <vt:lpstr>Per-Class Vulnerability Analysis</vt:lpstr>
      <vt:lpstr>Per-Class Vulnerability Analysis</vt:lpstr>
      <vt:lpstr>Per-Class Vulnerability Analysis</vt:lpstr>
      <vt:lpstr>Per-Class Vulnerability Analysis </vt:lpstr>
      <vt:lpstr>Confusion Matrix Under Attack</vt:lpstr>
      <vt:lpstr>Confidence Analysis</vt:lpstr>
      <vt:lpstr>Confidence Analysis</vt:lpstr>
      <vt:lpstr>Confidence Analysis</vt:lpstr>
      <vt:lpstr>MNIST</vt:lpstr>
      <vt:lpstr>Training Results</vt:lpstr>
      <vt:lpstr>Clean Model Performance</vt:lpstr>
      <vt:lpstr>FGSM Attack- MNIST Adversarial Images</vt:lpstr>
      <vt:lpstr>Accuracy degradation with epsilon variation</vt:lpstr>
      <vt:lpstr>Per-Class Vulnerability Analysis (MNIST)</vt:lpstr>
      <vt:lpstr>Adversarial Confusion Matrix at e=0.03/0.3</vt:lpstr>
      <vt:lpstr>Confidence Analysis</vt:lpstr>
      <vt:lpstr>INSIGHTS &amp; REFLECTIONS</vt:lpstr>
      <vt:lpstr>Trustworthy AI &amp; Ethical Implications</vt:lpstr>
      <vt:lpstr>Conclusion</vt:lpstr>
      <vt:lpstr>Reflection</vt:lpstr>
      <vt:lpstr>Reflection</vt:lpstr>
      <vt:lpstr>Reflection</vt:lpstr>
      <vt:lpstr>Reflection</vt:lpstr>
      <vt:lpstr>Reflection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Shiva Venkatraman</dc:creator>
  <cp:lastModifiedBy>MSTR - Foo Lai Wah</cp:lastModifiedBy>
  <cp:revision>1</cp:revision>
  <dcterms:created xsi:type="dcterms:W3CDTF">2021-01-18T14:23:11Z</dcterms:created>
  <dcterms:modified xsi:type="dcterms:W3CDTF">2026-05-28T23:33:10Z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0x01010020DAD8E17DB1D6489C9F8E466F16B9AB</vt:lpwstr>
  </property>
</Properties>
</file>