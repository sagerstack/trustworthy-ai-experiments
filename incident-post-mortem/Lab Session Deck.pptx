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E75B6"/>
                </a:solidFill>
              </a:rPr>
              <a:t>AI Incident Post-Mortem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1F5F9"/>
                </a:solidFill>
              </a:rPr>
              <a:t>Trustworthy AI 51.516  |  Practice Session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What today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You will spend 90 minutes analyzing one AI failure case as a team.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Apply the three-lens framework: Technical / Process / Governance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Produce three worksheets and a 2-minute readback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Take home: 3-5 page post-mortem report (due 48 hours)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The five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Case A: Tesla Autopilot fatal crash, Mountain View April 2021 (REAL)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Case B: TechCorp resume screening tool - 40% vs 60% shortlisting gap by gender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Case C: MediaCorp NewsBot - LLM fabricated election candidate claims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Case D: HealthAI mortality prediction - 1.5x higher for Black patients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Case E: FinanceAI lending - USD 5,000 lower limits in majority-minority zip codes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Your instructor will assign one case to your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Team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Partner A: Reader + Timeline Builder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Partner B: Note Taker + Facilitator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90-minute session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0-5 min:   role assignment, case handover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5-35 min:  Phase 1 - read and timeline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35-45 min: instructor check-in across teams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45-75 min: Phase 2 - root cause analysis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75-90 min: Phase 3 - actions + 2-minute readback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Phase 1: Read and timeline (30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Goal: understand what happened and when. Do NOT analyze yet.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Reader reads case aloud (8 min)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Timeline Builder captures every date and event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Write a 2-3 sentence system summary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List visible failures, tag T / P / G (do not analyze)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Write three probing questions for 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Worked Example - Tesla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Worked example: Tesla Phase 1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System: Tesla Autopilot on Model S, deployed via OTA update. 1 driver killed on curved exit ramp.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Timeline: 2014 v1 hardware, 2016 first fatal, 2017-2020 100+ reports, Apr 2021 Mountain View, Jun 2021 NHTSA PE21-020, Dec 2023 recall covers 2M vehicles.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Obvious failures - T: lane detection weak on curves. P: no non-highway safety validation. G: 100+ prior reports without systematic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Phase 2: Root cause analysis (30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For each finding ask: what specifically broke, and why did the gap exist?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Technical lens: model, data, edge cases, confidence calibration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Process lens: testing, review gates, fairness audit, rollback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Governance lens: ownership, monitoring, incident response, disclosure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'No fairness audit' is not an explanation. 'No fairness audit because no role owned it'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Worked Example - Tesla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Worked example: Tesla Phase 2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Technical: lane detection trained on straight highways; no per-geometry slice testing. Gap because global confidence threshold, no per-road-type validation harness.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Process: no documented safety validation for non-highway. Gap because incentive misalignment between speed of deployment and safety.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Governance: NHTSA received 100+ reports; no internal threshold triggered systematic review. Gap because no published incident triage policy, no independent safety review board.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Primary root cause: Tesla deployed lane-keeping model into geometries it had not validated, and lacked the review threshold that would have escalated prior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Phase 3: Actions and readback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Every action must answer: who does what, by when, to achieve which measurable outcome.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Short-term (1-2 weeks): stop the bleeding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Long-term (3-6 months): prevent recurrence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'Better testing' is NOT actionable. 'Quarterly subgroup fairness audit across gender, race, age'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Worked Example - Tesla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Worked example: Tesla Phase 3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Short-term: Disable Autopilot lane-keeping on non-highway roads until per-geometry tests pass. Owner: VP Autopilot. Metric: zero non-highway engagements.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Short-term: Structured retrospective on 100+ prior crash reports using three-lens framework. Owner: VP Safety. Metric: written report to CEO/board.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Long-term: Per-geometry validation harness in CI, required for every OTA. Owner: Autopilot Validation Lead. Metric: harness live, every OTA shows pass report.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Long-term: Independent Safety Review Board with authority to block OTAs. Owner: CSO. Metric: board operational, published charter, monthly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Readback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Two-minute readback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0:00-0:15  One sentence: system and what failed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0:15-1:00  Your primary root cause with evidence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1:00-1:45  Top short-term action + top long-term action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1:45-2:00  Biggest risk you cannot yet address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Quality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EXCELLENT: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'The model generalized poorly because 95% of training data came from one demographic. No subgroup fairness audit was conducted before deployment. A subgroup audit run quarterly would have caught the gap inside a month.'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WEAK: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'The system was not good enough. Testing was bad. They should have done more testing.'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Common mistakes to avoid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Treating intent as the explanation - most systems built by smart teams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Stopping at one lens - real incidents span all three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Vague recommendations - 'better testing' is not actionable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Skipping the why-the-gap question - say WHY the failure was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Take-home report (due 48h)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1. Case Summary (0.5-1 page)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2. Timeline (0.5 page, 6-10 dated events)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3. Root Cause Analysis (2-2.5 pages, one finding per lens + primary root cause)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4. Corrective Actions (0.5-1 page, short-term + long-term with owners and metrics)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5. References (0.25 page)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Template: Week 8/Workshop/03 Deliverable Template.docx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How you are graded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Technical Analysis (20 points): specific data/model failure with evidence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Process Root Cause (25 points): specific gaps linked to why-the-gap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Governance Insight (25 points): systemic accountability or incentive failures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Corrective Actions (20 points): specific, measurable, time-bound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Writing and Clarity (10 points): clear, cited, professional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75B6"/>
                </a:solidFill>
              </a:rPr>
              <a:t>Go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In the next 90 minutes you'll build a real incident-investigator's report.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Get your case packet from the instructor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Assign roles NOW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•  Start Phase 1 at the 5-minute mark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/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1F5F9"/>
                </a:solidFill>
              </a:rPr>
              <a:t>Full walkthrough in Week 8/Workshop/02 Walkthrough.docx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Lab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